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</p:sldIdLst>
  <p:sldSz cx="12192000" cy="6858000"/>
  <p:notesSz cx="6858000" cy="9144000"/>
  <p:custDataLst>
    <p:tags r:id="rId8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9D9D9"/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gs" Target="tags/tag100.xml"/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9" Type="http://schemas.openxmlformats.org/officeDocument/2006/relationships/tags" Target="../tags/tag8.xml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7" Type="http://schemas.openxmlformats.org/officeDocument/2006/relationships/tags" Target="../tags/tag16.xml"/><Relationship Id="rId16" Type="http://schemas.openxmlformats.org/officeDocument/2006/relationships/tags" Target="../tags/tag15.xml"/><Relationship Id="rId15" Type="http://schemas.openxmlformats.org/officeDocument/2006/relationships/tags" Target="../tags/tag14.xml"/><Relationship Id="rId14" Type="http://schemas.openxmlformats.org/officeDocument/2006/relationships/tags" Target="../tags/tag13.xml"/><Relationship Id="rId13" Type="http://schemas.openxmlformats.org/officeDocument/2006/relationships/tags" Target="../tags/tag12.xml"/><Relationship Id="rId12" Type="http://schemas.openxmlformats.org/officeDocument/2006/relationships/tags" Target="../tags/tag11.xml"/><Relationship Id="rId11" Type="http://schemas.openxmlformats.org/officeDocument/2006/relationships/tags" Target="../tags/tag10.xml"/><Relationship Id="rId10" Type="http://schemas.openxmlformats.org/officeDocument/2006/relationships/tags" Target="../tags/tag9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21.xml"/><Relationship Id="rId5" Type="http://schemas.openxmlformats.org/officeDocument/2006/relationships/tags" Target="../tags/tag20.xml"/><Relationship Id="rId4" Type="http://schemas.openxmlformats.org/officeDocument/2006/relationships/tags" Target="../tags/tag19.xml"/><Relationship Id="rId3" Type="http://schemas.openxmlformats.org/officeDocument/2006/relationships/tags" Target="../tags/tag18.xml"/><Relationship Id="rId2" Type="http://schemas.openxmlformats.org/officeDocument/2006/relationships/tags" Target="../tags/tag17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1" Type="http://schemas.openxmlformats.org/officeDocument/2006/relationships/tags" Target="../tags/tag41.xml"/><Relationship Id="rId20" Type="http://schemas.openxmlformats.org/officeDocument/2006/relationships/tags" Target="../tags/tag40.xml"/><Relationship Id="rId2" Type="http://schemas.openxmlformats.org/officeDocument/2006/relationships/tags" Target="../tags/tag22.xml"/><Relationship Id="rId19" Type="http://schemas.openxmlformats.org/officeDocument/2006/relationships/tags" Target="../tags/tag39.xml"/><Relationship Id="rId18" Type="http://schemas.openxmlformats.org/officeDocument/2006/relationships/tags" Target="../tags/tag38.xml"/><Relationship Id="rId17" Type="http://schemas.openxmlformats.org/officeDocument/2006/relationships/tags" Target="../tags/tag37.xml"/><Relationship Id="rId16" Type="http://schemas.openxmlformats.org/officeDocument/2006/relationships/tags" Target="../tags/tag36.xml"/><Relationship Id="rId15" Type="http://schemas.openxmlformats.org/officeDocument/2006/relationships/tags" Target="../tags/tag35.xml"/><Relationship Id="rId14" Type="http://schemas.openxmlformats.org/officeDocument/2006/relationships/tags" Target="../tags/tag34.xml"/><Relationship Id="rId13" Type="http://schemas.openxmlformats.org/officeDocument/2006/relationships/tags" Target="../tags/tag33.xml"/><Relationship Id="rId12" Type="http://schemas.openxmlformats.org/officeDocument/2006/relationships/tags" Target="../tags/tag32.xml"/><Relationship Id="rId11" Type="http://schemas.openxmlformats.org/officeDocument/2006/relationships/tags" Target="../tags/tag31.xml"/><Relationship Id="rId10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47.xml"/><Relationship Id="rId6" Type="http://schemas.openxmlformats.org/officeDocument/2006/relationships/tags" Target="../tags/tag46.xml"/><Relationship Id="rId5" Type="http://schemas.openxmlformats.org/officeDocument/2006/relationships/tags" Target="../tags/tag45.xml"/><Relationship Id="rId4" Type="http://schemas.openxmlformats.org/officeDocument/2006/relationships/tags" Target="../tags/tag44.xml"/><Relationship Id="rId3" Type="http://schemas.openxmlformats.org/officeDocument/2006/relationships/tags" Target="../tags/tag43.xml"/><Relationship Id="rId2" Type="http://schemas.openxmlformats.org/officeDocument/2006/relationships/tags" Target="../tags/tag42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55.xml"/><Relationship Id="rId8" Type="http://schemas.openxmlformats.org/officeDocument/2006/relationships/tags" Target="../tags/tag54.xml"/><Relationship Id="rId7" Type="http://schemas.openxmlformats.org/officeDocument/2006/relationships/tags" Target="../tags/tag53.xml"/><Relationship Id="rId6" Type="http://schemas.openxmlformats.org/officeDocument/2006/relationships/tags" Target="../tags/tag52.xml"/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59.xml"/><Relationship Id="rId4" Type="http://schemas.openxmlformats.org/officeDocument/2006/relationships/tags" Target="../tags/tag58.xml"/><Relationship Id="rId3" Type="http://schemas.openxmlformats.org/officeDocument/2006/relationships/tags" Target="../tags/tag57.xml"/><Relationship Id="rId2" Type="http://schemas.openxmlformats.org/officeDocument/2006/relationships/tags" Target="../tags/tag56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62.xml"/><Relationship Id="rId3" Type="http://schemas.openxmlformats.org/officeDocument/2006/relationships/tags" Target="../tags/tag61.xml"/><Relationship Id="rId2" Type="http://schemas.openxmlformats.org/officeDocument/2006/relationships/tags" Target="../tags/tag60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68.xml"/><Relationship Id="rId6" Type="http://schemas.openxmlformats.org/officeDocument/2006/relationships/tags" Target="../tags/tag67.xml"/><Relationship Id="rId5" Type="http://schemas.openxmlformats.org/officeDocument/2006/relationships/tags" Target="../tags/tag66.xml"/><Relationship Id="rId4" Type="http://schemas.openxmlformats.org/officeDocument/2006/relationships/tags" Target="../tags/tag65.xml"/><Relationship Id="rId3" Type="http://schemas.openxmlformats.org/officeDocument/2006/relationships/tags" Target="../tags/tag64.xml"/><Relationship Id="rId2" Type="http://schemas.openxmlformats.org/officeDocument/2006/relationships/tags" Target="../tags/tag63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73.xml"/><Relationship Id="rId5" Type="http://schemas.openxmlformats.org/officeDocument/2006/relationships/tags" Target="../tags/tag72.xml"/><Relationship Id="rId4" Type="http://schemas.openxmlformats.org/officeDocument/2006/relationships/tags" Target="../tags/tag71.xml"/><Relationship Id="rId3" Type="http://schemas.openxmlformats.org/officeDocument/2006/relationships/tags" Target="../tags/tag70.xml"/><Relationship Id="rId2" Type="http://schemas.openxmlformats.org/officeDocument/2006/relationships/tags" Target="../tags/tag69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77.xml"/><Relationship Id="rId4" Type="http://schemas.openxmlformats.org/officeDocument/2006/relationships/tags" Target="../tags/tag76.xml"/><Relationship Id="rId3" Type="http://schemas.openxmlformats.org/officeDocument/2006/relationships/tags" Target="../tags/tag75.xml"/><Relationship Id="rId2" Type="http://schemas.openxmlformats.org/officeDocument/2006/relationships/tags" Target="../tags/tag74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9" Type="http://schemas.openxmlformats.org/officeDocument/2006/relationships/tags" Target="../tags/tag85.xml"/><Relationship Id="rId8" Type="http://schemas.openxmlformats.org/officeDocument/2006/relationships/tags" Target="../tags/tag84.xml"/><Relationship Id="rId7" Type="http://schemas.openxmlformats.org/officeDocument/2006/relationships/tags" Target="../tags/tag83.xml"/><Relationship Id="rId6" Type="http://schemas.openxmlformats.org/officeDocument/2006/relationships/tags" Target="../tags/tag82.xml"/><Relationship Id="rId5" Type="http://schemas.openxmlformats.org/officeDocument/2006/relationships/tags" Target="../tags/tag81.xml"/><Relationship Id="rId4" Type="http://schemas.openxmlformats.org/officeDocument/2006/relationships/tags" Target="../tags/tag80.xml"/><Relationship Id="rId3" Type="http://schemas.openxmlformats.org/officeDocument/2006/relationships/tags" Target="../tags/tag79.xml"/><Relationship Id="rId2" Type="http://schemas.openxmlformats.org/officeDocument/2006/relationships/tags" Target="../tags/tag78.xml"/><Relationship Id="rId15" Type="http://schemas.openxmlformats.org/officeDocument/2006/relationships/tags" Target="../tags/tag91.xml"/><Relationship Id="rId14" Type="http://schemas.openxmlformats.org/officeDocument/2006/relationships/tags" Target="../tags/tag90.xml"/><Relationship Id="rId13" Type="http://schemas.openxmlformats.org/officeDocument/2006/relationships/tags" Target="../tags/tag89.xml"/><Relationship Id="rId12" Type="http://schemas.openxmlformats.org/officeDocument/2006/relationships/tags" Target="../tags/tag88.xml"/><Relationship Id="rId11" Type="http://schemas.openxmlformats.org/officeDocument/2006/relationships/tags" Target="../tags/tag87.xml"/><Relationship Id="rId10" Type="http://schemas.openxmlformats.org/officeDocument/2006/relationships/tags" Target="../tags/tag86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任意多边形: 形状 3"/>
          <p:cNvSpPr/>
          <p:nvPr>
            <p:custDataLst>
              <p:tags r:id="rId2"/>
            </p:custDataLst>
          </p:nvPr>
        </p:nvSpPr>
        <p:spPr>
          <a:xfrm>
            <a:off x="11123613" y="-7938"/>
            <a:ext cx="1068387" cy="1052513"/>
          </a:xfrm>
          <a:custGeom>
            <a:avLst/>
            <a:gdLst>
              <a:gd name="connsiteX0" fmla="*/ 65352 w 1068729"/>
              <a:gd name="connsiteY0" fmla="*/ 0 h 1052118"/>
              <a:gd name="connsiteX1" fmla="*/ 1068729 w 1068729"/>
              <a:gd name="connsiteY1" fmla="*/ 0 h 1052118"/>
              <a:gd name="connsiteX2" fmla="*/ 1068729 w 1068729"/>
              <a:gd name="connsiteY2" fmla="*/ 977750 h 1052118"/>
              <a:gd name="connsiteX3" fmla="*/ 1040113 w 1068729"/>
              <a:gd name="connsiteY3" fmla="*/ 993283 h 1052118"/>
              <a:gd name="connsiteX4" fmla="*/ 748689 w 1068729"/>
              <a:gd name="connsiteY4" fmla="*/ 1052118 h 1052118"/>
              <a:gd name="connsiteX5" fmla="*/ 0 w 1068729"/>
              <a:gd name="connsiteY5" fmla="*/ 303429 h 1052118"/>
              <a:gd name="connsiteX6" fmla="*/ 58836 w 1068729"/>
              <a:gd name="connsiteY6" fmla="*/ 12005 h 10521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68729" h="1052118">
                <a:moveTo>
                  <a:pt x="65352" y="0"/>
                </a:moveTo>
                <a:lnTo>
                  <a:pt x="1068729" y="0"/>
                </a:lnTo>
                <a:lnTo>
                  <a:pt x="1068729" y="977750"/>
                </a:lnTo>
                <a:lnTo>
                  <a:pt x="1040113" y="993283"/>
                </a:lnTo>
                <a:cubicBezTo>
                  <a:pt x="950541" y="1031168"/>
                  <a:pt x="852062" y="1052118"/>
                  <a:pt x="748689" y="1052118"/>
                </a:cubicBezTo>
                <a:cubicBezTo>
                  <a:pt x="335199" y="1052118"/>
                  <a:pt x="0" y="716919"/>
                  <a:pt x="0" y="303429"/>
                </a:cubicBezTo>
                <a:cubicBezTo>
                  <a:pt x="0" y="200056"/>
                  <a:pt x="20950" y="101577"/>
                  <a:pt x="58836" y="12005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椭圆 4"/>
          <p:cNvSpPr/>
          <p:nvPr>
            <p:custDataLst>
              <p:tags r:id="rId3"/>
            </p:custDataLst>
          </p:nvPr>
        </p:nvSpPr>
        <p:spPr>
          <a:xfrm>
            <a:off x="8029575" y="458788"/>
            <a:ext cx="741363" cy="741362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任意多边形: 形状 5"/>
          <p:cNvSpPr/>
          <p:nvPr>
            <p:custDataLst>
              <p:tags r:id="rId4"/>
            </p:custDataLst>
          </p:nvPr>
        </p:nvSpPr>
        <p:spPr>
          <a:xfrm>
            <a:off x="3287713" y="-7938"/>
            <a:ext cx="1457325" cy="584201"/>
          </a:xfrm>
          <a:custGeom>
            <a:avLst/>
            <a:gdLst>
              <a:gd name="connsiteX0" fmla="*/ 0 w 1458561"/>
              <a:gd name="connsiteY0" fmla="*/ 0 h 584280"/>
              <a:gd name="connsiteX1" fmla="*/ 1458561 w 1458561"/>
              <a:gd name="connsiteY1" fmla="*/ 0 h 584280"/>
              <a:gd name="connsiteX2" fmla="*/ 1419134 w 1458561"/>
              <a:gd name="connsiteY2" fmla="*/ 127015 h 584280"/>
              <a:gd name="connsiteX3" fmla="*/ 729281 w 1458561"/>
              <a:gd name="connsiteY3" fmla="*/ 584280 h 584280"/>
              <a:gd name="connsiteX4" fmla="*/ 39427 w 1458561"/>
              <a:gd name="connsiteY4" fmla="*/ 127015 h 5842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58561" h="584280">
                <a:moveTo>
                  <a:pt x="0" y="0"/>
                </a:moveTo>
                <a:lnTo>
                  <a:pt x="1458561" y="0"/>
                </a:lnTo>
                <a:lnTo>
                  <a:pt x="1419134" y="127015"/>
                </a:lnTo>
                <a:cubicBezTo>
                  <a:pt x="1305477" y="395731"/>
                  <a:pt x="1039398" y="584280"/>
                  <a:pt x="729281" y="584280"/>
                </a:cubicBezTo>
                <a:cubicBezTo>
                  <a:pt x="419163" y="584280"/>
                  <a:pt x="153084" y="395731"/>
                  <a:pt x="39427" y="127015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任意多边形: 形状 6"/>
          <p:cNvSpPr/>
          <p:nvPr>
            <p:custDataLst>
              <p:tags r:id="rId5"/>
            </p:custDataLst>
          </p:nvPr>
        </p:nvSpPr>
        <p:spPr>
          <a:xfrm>
            <a:off x="5199063" y="5929313"/>
            <a:ext cx="1828800" cy="938212"/>
          </a:xfrm>
          <a:custGeom>
            <a:avLst/>
            <a:gdLst>
              <a:gd name="connsiteX0" fmla="*/ 1058486 w 2116971"/>
              <a:gd name="connsiteY0" fmla="*/ 0 h 1086707"/>
              <a:gd name="connsiteX1" fmla="*/ 2116971 w 2116971"/>
              <a:gd name="connsiteY1" fmla="*/ 1058486 h 1086707"/>
              <a:gd name="connsiteX2" fmla="*/ 2114126 w 2116971"/>
              <a:gd name="connsiteY2" fmla="*/ 1086707 h 1086707"/>
              <a:gd name="connsiteX3" fmla="*/ 2845 w 2116971"/>
              <a:gd name="connsiteY3" fmla="*/ 1086707 h 1086707"/>
              <a:gd name="connsiteX4" fmla="*/ 0 w 2116971"/>
              <a:gd name="connsiteY4" fmla="*/ 1058486 h 1086707"/>
              <a:gd name="connsiteX5" fmla="*/ 1058486 w 2116971"/>
              <a:gd name="connsiteY5" fmla="*/ 0 h 10867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16971" h="1086707">
                <a:moveTo>
                  <a:pt x="1058486" y="0"/>
                </a:moveTo>
                <a:cubicBezTo>
                  <a:pt x="1643071" y="0"/>
                  <a:pt x="2116971" y="473900"/>
                  <a:pt x="2116971" y="1058486"/>
                </a:cubicBezTo>
                <a:lnTo>
                  <a:pt x="2114126" y="1086707"/>
                </a:lnTo>
                <a:lnTo>
                  <a:pt x="2845" y="1086707"/>
                </a:lnTo>
                <a:lnTo>
                  <a:pt x="0" y="1058486"/>
                </a:lnTo>
                <a:cubicBezTo>
                  <a:pt x="0" y="473900"/>
                  <a:pt x="473899" y="0"/>
                  <a:pt x="105848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任意多边形: 形状 7"/>
          <p:cNvSpPr/>
          <p:nvPr>
            <p:custDataLst>
              <p:tags r:id="rId6"/>
            </p:custDataLst>
          </p:nvPr>
        </p:nvSpPr>
        <p:spPr>
          <a:xfrm>
            <a:off x="10945813" y="6275388"/>
            <a:ext cx="1036637" cy="593725"/>
          </a:xfrm>
          <a:custGeom>
            <a:avLst/>
            <a:gdLst>
              <a:gd name="connsiteX0" fmla="*/ 517890 w 1035780"/>
              <a:gd name="connsiteY0" fmla="*/ 0 h 593238"/>
              <a:gd name="connsiteX1" fmla="*/ 1035780 w 1035780"/>
              <a:gd name="connsiteY1" fmla="*/ 517890 h 593238"/>
              <a:gd name="connsiteX2" fmla="*/ 1028184 w 1035780"/>
              <a:gd name="connsiteY2" fmla="*/ 593238 h 593238"/>
              <a:gd name="connsiteX3" fmla="*/ 7596 w 1035780"/>
              <a:gd name="connsiteY3" fmla="*/ 593238 h 593238"/>
              <a:gd name="connsiteX4" fmla="*/ 0 w 1035780"/>
              <a:gd name="connsiteY4" fmla="*/ 517890 h 593238"/>
              <a:gd name="connsiteX5" fmla="*/ 517890 w 1035780"/>
              <a:gd name="connsiteY5" fmla="*/ 0 h 5932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35780" h="593238">
                <a:moveTo>
                  <a:pt x="517890" y="0"/>
                </a:moveTo>
                <a:cubicBezTo>
                  <a:pt x="803913" y="0"/>
                  <a:pt x="1035780" y="231867"/>
                  <a:pt x="1035780" y="517890"/>
                </a:cubicBezTo>
                <a:lnTo>
                  <a:pt x="1028184" y="593238"/>
                </a:lnTo>
                <a:lnTo>
                  <a:pt x="7596" y="593238"/>
                </a:lnTo>
                <a:lnTo>
                  <a:pt x="0" y="517890"/>
                </a:lnTo>
                <a:cubicBezTo>
                  <a:pt x="0" y="231867"/>
                  <a:pt x="231867" y="0"/>
                  <a:pt x="517890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任意多边形: 形状 8"/>
          <p:cNvSpPr/>
          <p:nvPr>
            <p:custDataLst>
              <p:tags r:id="rId7"/>
            </p:custDataLst>
          </p:nvPr>
        </p:nvSpPr>
        <p:spPr>
          <a:xfrm>
            <a:off x="-19050" y="6184900"/>
            <a:ext cx="787400" cy="673100"/>
          </a:xfrm>
          <a:custGeom>
            <a:avLst/>
            <a:gdLst>
              <a:gd name="connsiteX0" fmla="*/ 269296 w 787186"/>
              <a:gd name="connsiteY0" fmla="*/ 0 h 673570"/>
              <a:gd name="connsiteX1" fmla="*/ 787186 w 787186"/>
              <a:gd name="connsiteY1" fmla="*/ 517890 h 673570"/>
              <a:gd name="connsiteX2" fmla="*/ 776665 w 787186"/>
              <a:gd name="connsiteY2" fmla="*/ 622263 h 673570"/>
              <a:gd name="connsiteX3" fmla="*/ 760738 w 787186"/>
              <a:gd name="connsiteY3" fmla="*/ 673570 h 673570"/>
              <a:gd name="connsiteX4" fmla="*/ 0 w 787186"/>
              <a:gd name="connsiteY4" fmla="*/ 673570 h 673570"/>
              <a:gd name="connsiteX5" fmla="*/ 0 w 787186"/>
              <a:gd name="connsiteY5" fmla="*/ 77450 h 673570"/>
              <a:gd name="connsiteX6" fmla="*/ 67710 w 787186"/>
              <a:gd name="connsiteY6" fmla="*/ 40699 h 673570"/>
              <a:gd name="connsiteX7" fmla="*/ 269296 w 787186"/>
              <a:gd name="connsiteY7" fmla="*/ 0 h 6735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87186" h="673570">
                <a:moveTo>
                  <a:pt x="269296" y="0"/>
                </a:moveTo>
                <a:cubicBezTo>
                  <a:pt x="555319" y="0"/>
                  <a:pt x="787186" y="231867"/>
                  <a:pt x="787186" y="517890"/>
                </a:cubicBezTo>
                <a:cubicBezTo>
                  <a:pt x="787186" y="553643"/>
                  <a:pt x="783563" y="588550"/>
                  <a:pt x="776665" y="622263"/>
                </a:cubicBezTo>
                <a:lnTo>
                  <a:pt x="760738" y="673570"/>
                </a:lnTo>
                <a:lnTo>
                  <a:pt x="0" y="673570"/>
                </a:lnTo>
                <a:lnTo>
                  <a:pt x="0" y="77450"/>
                </a:lnTo>
                <a:lnTo>
                  <a:pt x="67710" y="40699"/>
                </a:lnTo>
                <a:cubicBezTo>
                  <a:pt x="129669" y="14492"/>
                  <a:pt x="197790" y="0"/>
                  <a:pt x="269296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KSO_Shape"/>
          <p:cNvSpPr/>
          <p:nvPr>
            <p:custDataLst>
              <p:tags r:id="rId8"/>
            </p:custDataLst>
          </p:nvPr>
        </p:nvSpPr>
        <p:spPr>
          <a:xfrm rot="13141020">
            <a:off x="484188" y="1138238"/>
            <a:ext cx="193675" cy="169862"/>
          </a:xfrm>
          <a:custGeom>
            <a:avLst/>
            <a:gdLst>
              <a:gd name="connsiteX0" fmla="*/ 282090 w 560550"/>
              <a:gd name="connsiteY0" fmla="*/ 0 h 493591"/>
              <a:gd name="connsiteX1" fmla="*/ 307359 w 560550"/>
              <a:gd name="connsiteY1" fmla="*/ 19328 h 493591"/>
              <a:gd name="connsiteX2" fmla="*/ 322151 w 560550"/>
              <a:gd name="connsiteY2" fmla="*/ 46641 h 493591"/>
              <a:gd name="connsiteX3" fmla="*/ 422483 w 560550"/>
              <a:gd name="connsiteY3" fmla="*/ 244308 h 493591"/>
              <a:gd name="connsiteX4" fmla="*/ 421839 w 560550"/>
              <a:gd name="connsiteY4" fmla="*/ 243943 h 493591"/>
              <a:gd name="connsiteX5" fmla="*/ 426075 w 560550"/>
              <a:gd name="connsiteY5" fmla="*/ 252279 h 493591"/>
              <a:gd name="connsiteX6" fmla="*/ 549713 w 560550"/>
              <a:gd name="connsiteY6" fmla="*/ 442022 h 493591"/>
              <a:gd name="connsiteX7" fmla="*/ 553726 w 560550"/>
              <a:gd name="connsiteY7" fmla="*/ 448555 h 493591"/>
              <a:gd name="connsiteX8" fmla="*/ 557360 w 560550"/>
              <a:gd name="connsiteY8" fmla="*/ 480662 h 493591"/>
              <a:gd name="connsiteX9" fmla="*/ 557111 w 560550"/>
              <a:gd name="connsiteY9" fmla="*/ 481348 h 493591"/>
              <a:gd name="connsiteX10" fmla="*/ 527738 w 560550"/>
              <a:gd name="connsiteY10" fmla="*/ 493568 h 493591"/>
              <a:gd name="connsiteX11" fmla="*/ 496688 w 560550"/>
              <a:gd name="connsiteY11" fmla="*/ 492722 h 493591"/>
              <a:gd name="connsiteX12" fmla="*/ 275338 w 560550"/>
              <a:gd name="connsiteY12" fmla="*/ 480778 h 493591"/>
              <a:gd name="connsiteX13" fmla="*/ 275975 w 560550"/>
              <a:gd name="connsiteY13" fmla="*/ 480403 h 493591"/>
              <a:gd name="connsiteX14" fmla="*/ 266629 w 560550"/>
              <a:gd name="connsiteY14" fmla="*/ 479903 h 493591"/>
              <a:gd name="connsiteX15" fmla="*/ 40497 w 560550"/>
              <a:gd name="connsiteY15" fmla="*/ 492105 h 493591"/>
              <a:gd name="connsiteX16" fmla="*/ 32832 w 560550"/>
              <a:gd name="connsiteY16" fmla="*/ 492314 h 493591"/>
              <a:gd name="connsiteX17" fmla="*/ 3210 w 560550"/>
              <a:gd name="connsiteY17" fmla="*/ 479408 h 493591"/>
              <a:gd name="connsiteX18" fmla="*/ 2740 w 560550"/>
              <a:gd name="connsiteY18" fmla="*/ 478849 h 493591"/>
              <a:gd name="connsiteX19" fmla="*/ 6844 w 560550"/>
              <a:gd name="connsiteY19" fmla="*/ 447301 h 493591"/>
              <a:gd name="connsiteX20" fmla="*/ 23102 w 560550"/>
              <a:gd name="connsiteY20" fmla="*/ 420834 h 493591"/>
              <a:gd name="connsiteX21" fmla="*/ 144121 w 560550"/>
              <a:gd name="connsiteY21" fmla="*/ 235111 h 493591"/>
              <a:gd name="connsiteX22" fmla="*/ 144127 w 560550"/>
              <a:gd name="connsiteY22" fmla="*/ 235851 h 493591"/>
              <a:gd name="connsiteX23" fmla="*/ 149231 w 560550"/>
              <a:gd name="connsiteY23" fmla="*/ 228009 h 493591"/>
              <a:gd name="connsiteX24" fmla="*/ 251731 w 560550"/>
              <a:gd name="connsiteY24" fmla="*/ 26070 h 493591"/>
              <a:gd name="connsiteX25" fmla="*/ 255383 w 560550"/>
              <a:gd name="connsiteY25" fmla="*/ 19328 h 493591"/>
              <a:gd name="connsiteX26" fmla="*/ 281371 w 560550"/>
              <a:gd name="connsiteY26" fmla="*/ 127 h 493591"/>
              <a:gd name="connsiteX27" fmla="*/ 282090 w 560550"/>
              <a:gd name="connsiteY27" fmla="*/ 0 h 493591"/>
              <a:gd name="connsiteX0-1" fmla="*/ 282090 w 560550"/>
              <a:gd name="connsiteY0-2" fmla="*/ 0 h 493591"/>
              <a:gd name="connsiteX1-3" fmla="*/ 307359 w 560550"/>
              <a:gd name="connsiteY1-4" fmla="*/ 19328 h 493591"/>
              <a:gd name="connsiteX2-5" fmla="*/ 322151 w 560550"/>
              <a:gd name="connsiteY2-6" fmla="*/ 46641 h 493591"/>
              <a:gd name="connsiteX3-7" fmla="*/ 422483 w 560550"/>
              <a:gd name="connsiteY3-8" fmla="*/ 244308 h 493591"/>
              <a:gd name="connsiteX4-9" fmla="*/ 426075 w 560550"/>
              <a:gd name="connsiteY4-10" fmla="*/ 252279 h 493591"/>
              <a:gd name="connsiteX5-11" fmla="*/ 549713 w 560550"/>
              <a:gd name="connsiteY5-12" fmla="*/ 442022 h 493591"/>
              <a:gd name="connsiteX6-13" fmla="*/ 553726 w 560550"/>
              <a:gd name="connsiteY6-14" fmla="*/ 448555 h 493591"/>
              <a:gd name="connsiteX7-15" fmla="*/ 557360 w 560550"/>
              <a:gd name="connsiteY7-16" fmla="*/ 480662 h 493591"/>
              <a:gd name="connsiteX8-17" fmla="*/ 557111 w 560550"/>
              <a:gd name="connsiteY8-18" fmla="*/ 481348 h 493591"/>
              <a:gd name="connsiteX9-19" fmla="*/ 527738 w 560550"/>
              <a:gd name="connsiteY9-20" fmla="*/ 493568 h 493591"/>
              <a:gd name="connsiteX10-21" fmla="*/ 496688 w 560550"/>
              <a:gd name="connsiteY10-22" fmla="*/ 492722 h 493591"/>
              <a:gd name="connsiteX11-23" fmla="*/ 275338 w 560550"/>
              <a:gd name="connsiteY11-24" fmla="*/ 480778 h 493591"/>
              <a:gd name="connsiteX12-25" fmla="*/ 275975 w 560550"/>
              <a:gd name="connsiteY12-26" fmla="*/ 480403 h 493591"/>
              <a:gd name="connsiteX13-27" fmla="*/ 266629 w 560550"/>
              <a:gd name="connsiteY13-28" fmla="*/ 479903 h 493591"/>
              <a:gd name="connsiteX14-29" fmla="*/ 40497 w 560550"/>
              <a:gd name="connsiteY14-30" fmla="*/ 492105 h 493591"/>
              <a:gd name="connsiteX15-31" fmla="*/ 32832 w 560550"/>
              <a:gd name="connsiteY15-32" fmla="*/ 492314 h 493591"/>
              <a:gd name="connsiteX16-33" fmla="*/ 3210 w 560550"/>
              <a:gd name="connsiteY16-34" fmla="*/ 479408 h 493591"/>
              <a:gd name="connsiteX17-35" fmla="*/ 2740 w 560550"/>
              <a:gd name="connsiteY17-36" fmla="*/ 478849 h 493591"/>
              <a:gd name="connsiteX18-37" fmla="*/ 6844 w 560550"/>
              <a:gd name="connsiteY18-38" fmla="*/ 447301 h 493591"/>
              <a:gd name="connsiteX19-39" fmla="*/ 23102 w 560550"/>
              <a:gd name="connsiteY19-40" fmla="*/ 420834 h 493591"/>
              <a:gd name="connsiteX20-41" fmla="*/ 144121 w 560550"/>
              <a:gd name="connsiteY20-42" fmla="*/ 235111 h 493591"/>
              <a:gd name="connsiteX21-43" fmla="*/ 144127 w 560550"/>
              <a:gd name="connsiteY21-44" fmla="*/ 235851 h 493591"/>
              <a:gd name="connsiteX22-45" fmla="*/ 149231 w 560550"/>
              <a:gd name="connsiteY22-46" fmla="*/ 228009 h 493591"/>
              <a:gd name="connsiteX23-47" fmla="*/ 251731 w 560550"/>
              <a:gd name="connsiteY23-48" fmla="*/ 26070 h 493591"/>
              <a:gd name="connsiteX24-49" fmla="*/ 255383 w 560550"/>
              <a:gd name="connsiteY24-50" fmla="*/ 19328 h 493591"/>
              <a:gd name="connsiteX25-51" fmla="*/ 281371 w 560550"/>
              <a:gd name="connsiteY25-52" fmla="*/ 127 h 493591"/>
              <a:gd name="connsiteX26-53" fmla="*/ 282090 w 560550"/>
              <a:gd name="connsiteY26-54" fmla="*/ 0 h 493591"/>
              <a:gd name="connsiteX0-55" fmla="*/ 282090 w 560550"/>
              <a:gd name="connsiteY0-56" fmla="*/ 0 h 493591"/>
              <a:gd name="connsiteX1-57" fmla="*/ 307359 w 560550"/>
              <a:gd name="connsiteY1-58" fmla="*/ 19328 h 493591"/>
              <a:gd name="connsiteX2-59" fmla="*/ 322151 w 560550"/>
              <a:gd name="connsiteY2-60" fmla="*/ 46641 h 493591"/>
              <a:gd name="connsiteX3-61" fmla="*/ 426075 w 560550"/>
              <a:gd name="connsiteY3-62" fmla="*/ 252279 h 493591"/>
              <a:gd name="connsiteX4-63" fmla="*/ 549713 w 560550"/>
              <a:gd name="connsiteY4-64" fmla="*/ 442022 h 493591"/>
              <a:gd name="connsiteX5-65" fmla="*/ 553726 w 560550"/>
              <a:gd name="connsiteY5-66" fmla="*/ 448555 h 493591"/>
              <a:gd name="connsiteX6-67" fmla="*/ 557360 w 560550"/>
              <a:gd name="connsiteY6-68" fmla="*/ 480662 h 493591"/>
              <a:gd name="connsiteX7-69" fmla="*/ 557111 w 560550"/>
              <a:gd name="connsiteY7-70" fmla="*/ 481348 h 493591"/>
              <a:gd name="connsiteX8-71" fmla="*/ 527738 w 560550"/>
              <a:gd name="connsiteY8-72" fmla="*/ 493568 h 493591"/>
              <a:gd name="connsiteX9-73" fmla="*/ 496688 w 560550"/>
              <a:gd name="connsiteY9-74" fmla="*/ 492722 h 493591"/>
              <a:gd name="connsiteX10-75" fmla="*/ 275338 w 560550"/>
              <a:gd name="connsiteY10-76" fmla="*/ 480778 h 493591"/>
              <a:gd name="connsiteX11-77" fmla="*/ 275975 w 560550"/>
              <a:gd name="connsiteY11-78" fmla="*/ 480403 h 493591"/>
              <a:gd name="connsiteX12-79" fmla="*/ 266629 w 560550"/>
              <a:gd name="connsiteY12-80" fmla="*/ 479903 h 493591"/>
              <a:gd name="connsiteX13-81" fmla="*/ 40497 w 560550"/>
              <a:gd name="connsiteY13-82" fmla="*/ 492105 h 493591"/>
              <a:gd name="connsiteX14-83" fmla="*/ 32832 w 560550"/>
              <a:gd name="connsiteY14-84" fmla="*/ 492314 h 493591"/>
              <a:gd name="connsiteX15-85" fmla="*/ 3210 w 560550"/>
              <a:gd name="connsiteY15-86" fmla="*/ 479408 h 493591"/>
              <a:gd name="connsiteX16-87" fmla="*/ 2740 w 560550"/>
              <a:gd name="connsiteY16-88" fmla="*/ 478849 h 493591"/>
              <a:gd name="connsiteX17-89" fmla="*/ 6844 w 560550"/>
              <a:gd name="connsiteY17-90" fmla="*/ 447301 h 493591"/>
              <a:gd name="connsiteX18-91" fmla="*/ 23102 w 560550"/>
              <a:gd name="connsiteY18-92" fmla="*/ 420834 h 493591"/>
              <a:gd name="connsiteX19-93" fmla="*/ 144121 w 560550"/>
              <a:gd name="connsiteY19-94" fmla="*/ 235111 h 493591"/>
              <a:gd name="connsiteX20-95" fmla="*/ 144127 w 560550"/>
              <a:gd name="connsiteY20-96" fmla="*/ 235851 h 493591"/>
              <a:gd name="connsiteX21-97" fmla="*/ 149231 w 560550"/>
              <a:gd name="connsiteY21-98" fmla="*/ 228009 h 493591"/>
              <a:gd name="connsiteX22-99" fmla="*/ 251731 w 560550"/>
              <a:gd name="connsiteY22-100" fmla="*/ 26070 h 493591"/>
              <a:gd name="connsiteX23-101" fmla="*/ 255383 w 560550"/>
              <a:gd name="connsiteY23-102" fmla="*/ 19328 h 493591"/>
              <a:gd name="connsiteX24-103" fmla="*/ 281371 w 560550"/>
              <a:gd name="connsiteY24-104" fmla="*/ 127 h 493591"/>
              <a:gd name="connsiteX25-105" fmla="*/ 282090 w 560550"/>
              <a:gd name="connsiteY25-106" fmla="*/ 0 h 493591"/>
              <a:gd name="connsiteX0-107" fmla="*/ 282090 w 560550"/>
              <a:gd name="connsiteY0-108" fmla="*/ 0 h 493591"/>
              <a:gd name="connsiteX1-109" fmla="*/ 307359 w 560550"/>
              <a:gd name="connsiteY1-110" fmla="*/ 19328 h 493591"/>
              <a:gd name="connsiteX2-111" fmla="*/ 322151 w 560550"/>
              <a:gd name="connsiteY2-112" fmla="*/ 46641 h 493591"/>
              <a:gd name="connsiteX3-113" fmla="*/ 426075 w 560550"/>
              <a:gd name="connsiteY3-114" fmla="*/ 252279 h 493591"/>
              <a:gd name="connsiteX4-115" fmla="*/ 549713 w 560550"/>
              <a:gd name="connsiteY4-116" fmla="*/ 442022 h 493591"/>
              <a:gd name="connsiteX5-117" fmla="*/ 553726 w 560550"/>
              <a:gd name="connsiteY5-118" fmla="*/ 448555 h 493591"/>
              <a:gd name="connsiteX6-119" fmla="*/ 557360 w 560550"/>
              <a:gd name="connsiteY6-120" fmla="*/ 480662 h 493591"/>
              <a:gd name="connsiteX7-121" fmla="*/ 557111 w 560550"/>
              <a:gd name="connsiteY7-122" fmla="*/ 481348 h 493591"/>
              <a:gd name="connsiteX8-123" fmla="*/ 527738 w 560550"/>
              <a:gd name="connsiteY8-124" fmla="*/ 493568 h 493591"/>
              <a:gd name="connsiteX9-125" fmla="*/ 496688 w 560550"/>
              <a:gd name="connsiteY9-126" fmla="*/ 492722 h 493591"/>
              <a:gd name="connsiteX10-127" fmla="*/ 275338 w 560550"/>
              <a:gd name="connsiteY10-128" fmla="*/ 480778 h 493591"/>
              <a:gd name="connsiteX11-129" fmla="*/ 275975 w 560550"/>
              <a:gd name="connsiteY11-130" fmla="*/ 480403 h 493591"/>
              <a:gd name="connsiteX12-131" fmla="*/ 266629 w 560550"/>
              <a:gd name="connsiteY12-132" fmla="*/ 479903 h 493591"/>
              <a:gd name="connsiteX13-133" fmla="*/ 40497 w 560550"/>
              <a:gd name="connsiteY13-134" fmla="*/ 492105 h 493591"/>
              <a:gd name="connsiteX14-135" fmla="*/ 32832 w 560550"/>
              <a:gd name="connsiteY14-136" fmla="*/ 492314 h 493591"/>
              <a:gd name="connsiteX15-137" fmla="*/ 3210 w 560550"/>
              <a:gd name="connsiteY15-138" fmla="*/ 479408 h 493591"/>
              <a:gd name="connsiteX16-139" fmla="*/ 2740 w 560550"/>
              <a:gd name="connsiteY16-140" fmla="*/ 478849 h 493591"/>
              <a:gd name="connsiteX17-141" fmla="*/ 6844 w 560550"/>
              <a:gd name="connsiteY17-142" fmla="*/ 447301 h 493591"/>
              <a:gd name="connsiteX18-143" fmla="*/ 23102 w 560550"/>
              <a:gd name="connsiteY18-144" fmla="*/ 420834 h 493591"/>
              <a:gd name="connsiteX19-145" fmla="*/ 144121 w 560550"/>
              <a:gd name="connsiteY19-146" fmla="*/ 235111 h 493591"/>
              <a:gd name="connsiteX20-147" fmla="*/ 144127 w 560550"/>
              <a:gd name="connsiteY20-148" fmla="*/ 235851 h 493591"/>
              <a:gd name="connsiteX21-149" fmla="*/ 149231 w 560550"/>
              <a:gd name="connsiteY21-150" fmla="*/ 228009 h 493591"/>
              <a:gd name="connsiteX22-151" fmla="*/ 251731 w 560550"/>
              <a:gd name="connsiteY22-152" fmla="*/ 26070 h 493591"/>
              <a:gd name="connsiteX23-153" fmla="*/ 255383 w 560550"/>
              <a:gd name="connsiteY23-154" fmla="*/ 19328 h 493591"/>
              <a:gd name="connsiteX24-155" fmla="*/ 281371 w 560550"/>
              <a:gd name="connsiteY24-156" fmla="*/ 127 h 493591"/>
              <a:gd name="connsiteX25-157" fmla="*/ 282090 w 560550"/>
              <a:gd name="connsiteY25-158" fmla="*/ 0 h 493591"/>
              <a:gd name="connsiteX0-159" fmla="*/ 282090 w 560550"/>
              <a:gd name="connsiteY0-160" fmla="*/ 0 h 493591"/>
              <a:gd name="connsiteX1-161" fmla="*/ 307359 w 560550"/>
              <a:gd name="connsiteY1-162" fmla="*/ 19328 h 493591"/>
              <a:gd name="connsiteX2-163" fmla="*/ 322151 w 560550"/>
              <a:gd name="connsiteY2-164" fmla="*/ 46641 h 493591"/>
              <a:gd name="connsiteX3-165" fmla="*/ 426075 w 560550"/>
              <a:gd name="connsiteY3-166" fmla="*/ 252279 h 493591"/>
              <a:gd name="connsiteX4-167" fmla="*/ 549713 w 560550"/>
              <a:gd name="connsiteY4-168" fmla="*/ 442022 h 493591"/>
              <a:gd name="connsiteX5-169" fmla="*/ 553726 w 560550"/>
              <a:gd name="connsiteY5-170" fmla="*/ 448555 h 493591"/>
              <a:gd name="connsiteX6-171" fmla="*/ 557360 w 560550"/>
              <a:gd name="connsiteY6-172" fmla="*/ 480662 h 493591"/>
              <a:gd name="connsiteX7-173" fmla="*/ 557111 w 560550"/>
              <a:gd name="connsiteY7-174" fmla="*/ 481348 h 493591"/>
              <a:gd name="connsiteX8-175" fmla="*/ 527738 w 560550"/>
              <a:gd name="connsiteY8-176" fmla="*/ 493568 h 493591"/>
              <a:gd name="connsiteX9-177" fmla="*/ 496688 w 560550"/>
              <a:gd name="connsiteY9-178" fmla="*/ 492722 h 493591"/>
              <a:gd name="connsiteX10-179" fmla="*/ 275338 w 560550"/>
              <a:gd name="connsiteY10-180" fmla="*/ 480778 h 493591"/>
              <a:gd name="connsiteX11-181" fmla="*/ 275975 w 560550"/>
              <a:gd name="connsiteY11-182" fmla="*/ 480403 h 493591"/>
              <a:gd name="connsiteX12-183" fmla="*/ 266629 w 560550"/>
              <a:gd name="connsiteY12-184" fmla="*/ 479903 h 493591"/>
              <a:gd name="connsiteX13-185" fmla="*/ 40497 w 560550"/>
              <a:gd name="connsiteY13-186" fmla="*/ 492105 h 493591"/>
              <a:gd name="connsiteX14-187" fmla="*/ 32832 w 560550"/>
              <a:gd name="connsiteY14-188" fmla="*/ 492314 h 493591"/>
              <a:gd name="connsiteX15-189" fmla="*/ 3210 w 560550"/>
              <a:gd name="connsiteY15-190" fmla="*/ 479408 h 493591"/>
              <a:gd name="connsiteX16-191" fmla="*/ 2740 w 560550"/>
              <a:gd name="connsiteY16-192" fmla="*/ 478849 h 493591"/>
              <a:gd name="connsiteX17-193" fmla="*/ 6844 w 560550"/>
              <a:gd name="connsiteY17-194" fmla="*/ 447301 h 493591"/>
              <a:gd name="connsiteX18-195" fmla="*/ 23102 w 560550"/>
              <a:gd name="connsiteY18-196" fmla="*/ 420834 h 493591"/>
              <a:gd name="connsiteX19-197" fmla="*/ 144121 w 560550"/>
              <a:gd name="connsiteY19-198" fmla="*/ 235111 h 493591"/>
              <a:gd name="connsiteX20-199" fmla="*/ 149231 w 560550"/>
              <a:gd name="connsiteY20-200" fmla="*/ 228009 h 493591"/>
              <a:gd name="connsiteX21-201" fmla="*/ 251731 w 560550"/>
              <a:gd name="connsiteY21-202" fmla="*/ 26070 h 493591"/>
              <a:gd name="connsiteX22-203" fmla="*/ 255383 w 560550"/>
              <a:gd name="connsiteY22-204" fmla="*/ 19328 h 493591"/>
              <a:gd name="connsiteX23-205" fmla="*/ 281371 w 560550"/>
              <a:gd name="connsiteY23-206" fmla="*/ 127 h 493591"/>
              <a:gd name="connsiteX24-207" fmla="*/ 282090 w 560550"/>
              <a:gd name="connsiteY24-208" fmla="*/ 0 h 493591"/>
              <a:gd name="connsiteX0-209" fmla="*/ 282090 w 560550"/>
              <a:gd name="connsiteY0-210" fmla="*/ 0 h 493591"/>
              <a:gd name="connsiteX1-211" fmla="*/ 307359 w 560550"/>
              <a:gd name="connsiteY1-212" fmla="*/ 19328 h 493591"/>
              <a:gd name="connsiteX2-213" fmla="*/ 322151 w 560550"/>
              <a:gd name="connsiteY2-214" fmla="*/ 46641 h 493591"/>
              <a:gd name="connsiteX3-215" fmla="*/ 426075 w 560550"/>
              <a:gd name="connsiteY3-216" fmla="*/ 252279 h 493591"/>
              <a:gd name="connsiteX4-217" fmla="*/ 549713 w 560550"/>
              <a:gd name="connsiteY4-218" fmla="*/ 442022 h 493591"/>
              <a:gd name="connsiteX5-219" fmla="*/ 553726 w 560550"/>
              <a:gd name="connsiteY5-220" fmla="*/ 448555 h 493591"/>
              <a:gd name="connsiteX6-221" fmla="*/ 557360 w 560550"/>
              <a:gd name="connsiteY6-222" fmla="*/ 480662 h 493591"/>
              <a:gd name="connsiteX7-223" fmla="*/ 557111 w 560550"/>
              <a:gd name="connsiteY7-224" fmla="*/ 481348 h 493591"/>
              <a:gd name="connsiteX8-225" fmla="*/ 527738 w 560550"/>
              <a:gd name="connsiteY8-226" fmla="*/ 493568 h 493591"/>
              <a:gd name="connsiteX9-227" fmla="*/ 496688 w 560550"/>
              <a:gd name="connsiteY9-228" fmla="*/ 492722 h 493591"/>
              <a:gd name="connsiteX10-229" fmla="*/ 275338 w 560550"/>
              <a:gd name="connsiteY10-230" fmla="*/ 480778 h 493591"/>
              <a:gd name="connsiteX11-231" fmla="*/ 275975 w 560550"/>
              <a:gd name="connsiteY11-232" fmla="*/ 480403 h 493591"/>
              <a:gd name="connsiteX12-233" fmla="*/ 266629 w 560550"/>
              <a:gd name="connsiteY12-234" fmla="*/ 479903 h 493591"/>
              <a:gd name="connsiteX13-235" fmla="*/ 40497 w 560550"/>
              <a:gd name="connsiteY13-236" fmla="*/ 492105 h 493591"/>
              <a:gd name="connsiteX14-237" fmla="*/ 32832 w 560550"/>
              <a:gd name="connsiteY14-238" fmla="*/ 492314 h 493591"/>
              <a:gd name="connsiteX15-239" fmla="*/ 3210 w 560550"/>
              <a:gd name="connsiteY15-240" fmla="*/ 479408 h 493591"/>
              <a:gd name="connsiteX16-241" fmla="*/ 2740 w 560550"/>
              <a:gd name="connsiteY16-242" fmla="*/ 478849 h 493591"/>
              <a:gd name="connsiteX17-243" fmla="*/ 6844 w 560550"/>
              <a:gd name="connsiteY17-244" fmla="*/ 447301 h 493591"/>
              <a:gd name="connsiteX18-245" fmla="*/ 23102 w 560550"/>
              <a:gd name="connsiteY18-246" fmla="*/ 420834 h 493591"/>
              <a:gd name="connsiteX19-247" fmla="*/ 149231 w 560550"/>
              <a:gd name="connsiteY19-248" fmla="*/ 228009 h 493591"/>
              <a:gd name="connsiteX20-249" fmla="*/ 251731 w 560550"/>
              <a:gd name="connsiteY20-250" fmla="*/ 26070 h 493591"/>
              <a:gd name="connsiteX21-251" fmla="*/ 255383 w 560550"/>
              <a:gd name="connsiteY21-252" fmla="*/ 19328 h 493591"/>
              <a:gd name="connsiteX22-253" fmla="*/ 281371 w 560550"/>
              <a:gd name="connsiteY22-254" fmla="*/ 127 h 493591"/>
              <a:gd name="connsiteX23-255" fmla="*/ 282090 w 560550"/>
              <a:gd name="connsiteY23-256" fmla="*/ 0 h 493591"/>
              <a:gd name="connsiteX0-257" fmla="*/ 282090 w 560550"/>
              <a:gd name="connsiteY0-258" fmla="*/ 0 h 493591"/>
              <a:gd name="connsiteX1-259" fmla="*/ 307359 w 560550"/>
              <a:gd name="connsiteY1-260" fmla="*/ 19328 h 493591"/>
              <a:gd name="connsiteX2-261" fmla="*/ 322151 w 560550"/>
              <a:gd name="connsiteY2-262" fmla="*/ 46641 h 493591"/>
              <a:gd name="connsiteX3-263" fmla="*/ 426075 w 560550"/>
              <a:gd name="connsiteY3-264" fmla="*/ 252279 h 493591"/>
              <a:gd name="connsiteX4-265" fmla="*/ 549713 w 560550"/>
              <a:gd name="connsiteY4-266" fmla="*/ 442022 h 493591"/>
              <a:gd name="connsiteX5-267" fmla="*/ 553726 w 560550"/>
              <a:gd name="connsiteY5-268" fmla="*/ 448555 h 493591"/>
              <a:gd name="connsiteX6-269" fmla="*/ 557360 w 560550"/>
              <a:gd name="connsiteY6-270" fmla="*/ 480662 h 493591"/>
              <a:gd name="connsiteX7-271" fmla="*/ 557111 w 560550"/>
              <a:gd name="connsiteY7-272" fmla="*/ 481348 h 493591"/>
              <a:gd name="connsiteX8-273" fmla="*/ 527738 w 560550"/>
              <a:gd name="connsiteY8-274" fmla="*/ 493568 h 493591"/>
              <a:gd name="connsiteX9-275" fmla="*/ 496688 w 560550"/>
              <a:gd name="connsiteY9-276" fmla="*/ 492722 h 493591"/>
              <a:gd name="connsiteX10-277" fmla="*/ 275338 w 560550"/>
              <a:gd name="connsiteY10-278" fmla="*/ 480778 h 493591"/>
              <a:gd name="connsiteX11-279" fmla="*/ 275975 w 560550"/>
              <a:gd name="connsiteY11-280" fmla="*/ 480403 h 493591"/>
              <a:gd name="connsiteX12-281" fmla="*/ 266629 w 560550"/>
              <a:gd name="connsiteY12-282" fmla="*/ 479903 h 493591"/>
              <a:gd name="connsiteX13-283" fmla="*/ 40497 w 560550"/>
              <a:gd name="connsiteY13-284" fmla="*/ 492105 h 493591"/>
              <a:gd name="connsiteX14-285" fmla="*/ 32832 w 560550"/>
              <a:gd name="connsiteY14-286" fmla="*/ 492314 h 493591"/>
              <a:gd name="connsiteX15-287" fmla="*/ 3210 w 560550"/>
              <a:gd name="connsiteY15-288" fmla="*/ 479408 h 493591"/>
              <a:gd name="connsiteX16-289" fmla="*/ 2740 w 560550"/>
              <a:gd name="connsiteY16-290" fmla="*/ 478849 h 493591"/>
              <a:gd name="connsiteX17-291" fmla="*/ 6844 w 560550"/>
              <a:gd name="connsiteY17-292" fmla="*/ 447301 h 493591"/>
              <a:gd name="connsiteX18-293" fmla="*/ 23102 w 560550"/>
              <a:gd name="connsiteY18-294" fmla="*/ 420834 h 493591"/>
              <a:gd name="connsiteX19-295" fmla="*/ 149231 w 560550"/>
              <a:gd name="connsiteY19-296" fmla="*/ 228009 h 493591"/>
              <a:gd name="connsiteX20-297" fmla="*/ 251731 w 560550"/>
              <a:gd name="connsiteY20-298" fmla="*/ 26070 h 493591"/>
              <a:gd name="connsiteX21-299" fmla="*/ 255383 w 560550"/>
              <a:gd name="connsiteY21-300" fmla="*/ 19328 h 493591"/>
              <a:gd name="connsiteX22-301" fmla="*/ 281371 w 560550"/>
              <a:gd name="connsiteY22-302" fmla="*/ 127 h 493591"/>
              <a:gd name="connsiteX23-303" fmla="*/ 282090 w 560550"/>
              <a:gd name="connsiteY23-304" fmla="*/ 0 h 493591"/>
              <a:gd name="connsiteX0-305" fmla="*/ 282090 w 560550"/>
              <a:gd name="connsiteY0-306" fmla="*/ 0 h 493591"/>
              <a:gd name="connsiteX1-307" fmla="*/ 307359 w 560550"/>
              <a:gd name="connsiteY1-308" fmla="*/ 19328 h 493591"/>
              <a:gd name="connsiteX2-309" fmla="*/ 322151 w 560550"/>
              <a:gd name="connsiteY2-310" fmla="*/ 46641 h 493591"/>
              <a:gd name="connsiteX3-311" fmla="*/ 426075 w 560550"/>
              <a:gd name="connsiteY3-312" fmla="*/ 252279 h 493591"/>
              <a:gd name="connsiteX4-313" fmla="*/ 549713 w 560550"/>
              <a:gd name="connsiteY4-314" fmla="*/ 442022 h 493591"/>
              <a:gd name="connsiteX5-315" fmla="*/ 553726 w 560550"/>
              <a:gd name="connsiteY5-316" fmla="*/ 448555 h 493591"/>
              <a:gd name="connsiteX6-317" fmla="*/ 557360 w 560550"/>
              <a:gd name="connsiteY6-318" fmla="*/ 480662 h 493591"/>
              <a:gd name="connsiteX7-319" fmla="*/ 557111 w 560550"/>
              <a:gd name="connsiteY7-320" fmla="*/ 481348 h 493591"/>
              <a:gd name="connsiteX8-321" fmla="*/ 527738 w 560550"/>
              <a:gd name="connsiteY8-322" fmla="*/ 493568 h 493591"/>
              <a:gd name="connsiteX9-323" fmla="*/ 496688 w 560550"/>
              <a:gd name="connsiteY9-324" fmla="*/ 492722 h 493591"/>
              <a:gd name="connsiteX10-325" fmla="*/ 275338 w 560550"/>
              <a:gd name="connsiteY10-326" fmla="*/ 480778 h 493591"/>
              <a:gd name="connsiteX11-327" fmla="*/ 266629 w 560550"/>
              <a:gd name="connsiteY11-328" fmla="*/ 479903 h 493591"/>
              <a:gd name="connsiteX12-329" fmla="*/ 40497 w 560550"/>
              <a:gd name="connsiteY12-330" fmla="*/ 492105 h 493591"/>
              <a:gd name="connsiteX13-331" fmla="*/ 32832 w 560550"/>
              <a:gd name="connsiteY13-332" fmla="*/ 492314 h 493591"/>
              <a:gd name="connsiteX14-333" fmla="*/ 3210 w 560550"/>
              <a:gd name="connsiteY14-334" fmla="*/ 479408 h 493591"/>
              <a:gd name="connsiteX15-335" fmla="*/ 2740 w 560550"/>
              <a:gd name="connsiteY15-336" fmla="*/ 478849 h 493591"/>
              <a:gd name="connsiteX16-337" fmla="*/ 6844 w 560550"/>
              <a:gd name="connsiteY16-338" fmla="*/ 447301 h 493591"/>
              <a:gd name="connsiteX17-339" fmla="*/ 23102 w 560550"/>
              <a:gd name="connsiteY17-340" fmla="*/ 420834 h 493591"/>
              <a:gd name="connsiteX18-341" fmla="*/ 149231 w 560550"/>
              <a:gd name="connsiteY18-342" fmla="*/ 228009 h 493591"/>
              <a:gd name="connsiteX19-343" fmla="*/ 251731 w 560550"/>
              <a:gd name="connsiteY19-344" fmla="*/ 26070 h 493591"/>
              <a:gd name="connsiteX20-345" fmla="*/ 255383 w 560550"/>
              <a:gd name="connsiteY20-346" fmla="*/ 19328 h 493591"/>
              <a:gd name="connsiteX21-347" fmla="*/ 281371 w 560550"/>
              <a:gd name="connsiteY21-348" fmla="*/ 127 h 493591"/>
              <a:gd name="connsiteX22-349" fmla="*/ 282090 w 560550"/>
              <a:gd name="connsiteY22-350" fmla="*/ 0 h 493591"/>
              <a:gd name="connsiteX0-351" fmla="*/ 282090 w 560550"/>
              <a:gd name="connsiteY0-352" fmla="*/ 0 h 493591"/>
              <a:gd name="connsiteX1-353" fmla="*/ 307359 w 560550"/>
              <a:gd name="connsiteY1-354" fmla="*/ 19328 h 493591"/>
              <a:gd name="connsiteX2-355" fmla="*/ 322151 w 560550"/>
              <a:gd name="connsiteY2-356" fmla="*/ 46641 h 493591"/>
              <a:gd name="connsiteX3-357" fmla="*/ 426075 w 560550"/>
              <a:gd name="connsiteY3-358" fmla="*/ 252279 h 493591"/>
              <a:gd name="connsiteX4-359" fmla="*/ 549713 w 560550"/>
              <a:gd name="connsiteY4-360" fmla="*/ 442022 h 493591"/>
              <a:gd name="connsiteX5-361" fmla="*/ 553726 w 560550"/>
              <a:gd name="connsiteY5-362" fmla="*/ 448555 h 493591"/>
              <a:gd name="connsiteX6-363" fmla="*/ 557360 w 560550"/>
              <a:gd name="connsiteY6-364" fmla="*/ 480662 h 493591"/>
              <a:gd name="connsiteX7-365" fmla="*/ 557111 w 560550"/>
              <a:gd name="connsiteY7-366" fmla="*/ 481348 h 493591"/>
              <a:gd name="connsiteX8-367" fmla="*/ 527738 w 560550"/>
              <a:gd name="connsiteY8-368" fmla="*/ 493568 h 493591"/>
              <a:gd name="connsiteX9-369" fmla="*/ 496688 w 560550"/>
              <a:gd name="connsiteY9-370" fmla="*/ 492722 h 493591"/>
              <a:gd name="connsiteX10-371" fmla="*/ 266629 w 560550"/>
              <a:gd name="connsiteY10-372" fmla="*/ 479903 h 493591"/>
              <a:gd name="connsiteX11-373" fmla="*/ 40497 w 560550"/>
              <a:gd name="connsiteY11-374" fmla="*/ 492105 h 493591"/>
              <a:gd name="connsiteX12-375" fmla="*/ 32832 w 560550"/>
              <a:gd name="connsiteY12-376" fmla="*/ 492314 h 493591"/>
              <a:gd name="connsiteX13-377" fmla="*/ 3210 w 560550"/>
              <a:gd name="connsiteY13-378" fmla="*/ 479408 h 493591"/>
              <a:gd name="connsiteX14-379" fmla="*/ 2740 w 560550"/>
              <a:gd name="connsiteY14-380" fmla="*/ 478849 h 493591"/>
              <a:gd name="connsiteX15-381" fmla="*/ 6844 w 560550"/>
              <a:gd name="connsiteY15-382" fmla="*/ 447301 h 493591"/>
              <a:gd name="connsiteX16-383" fmla="*/ 23102 w 560550"/>
              <a:gd name="connsiteY16-384" fmla="*/ 420834 h 493591"/>
              <a:gd name="connsiteX17-385" fmla="*/ 149231 w 560550"/>
              <a:gd name="connsiteY17-386" fmla="*/ 228009 h 493591"/>
              <a:gd name="connsiteX18-387" fmla="*/ 251731 w 560550"/>
              <a:gd name="connsiteY18-388" fmla="*/ 26070 h 493591"/>
              <a:gd name="connsiteX19-389" fmla="*/ 255383 w 560550"/>
              <a:gd name="connsiteY19-390" fmla="*/ 19328 h 493591"/>
              <a:gd name="connsiteX20-391" fmla="*/ 281371 w 560550"/>
              <a:gd name="connsiteY20-392" fmla="*/ 127 h 493591"/>
              <a:gd name="connsiteX21-393" fmla="*/ 282090 w 560550"/>
              <a:gd name="connsiteY21-394" fmla="*/ 0 h 493591"/>
              <a:gd name="connsiteX0-395" fmla="*/ 282090 w 560550"/>
              <a:gd name="connsiteY0-396" fmla="*/ 0 h 493591"/>
              <a:gd name="connsiteX1-397" fmla="*/ 307359 w 560550"/>
              <a:gd name="connsiteY1-398" fmla="*/ 19328 h 493591"/>
              <a:gd name="connsiteX2-399" fmla="*/ 322151 w 560550"/>
              <a:gd name="connsiteY2-400" fmla="*/ 46641 h 493591"/>
              <a:gd name="connsiteX3-401" fmla="*/ 426075 w 560550"/>
              <a:gd name="connsiteY3-402" fmla="*/ 252279 h 493591"/>
              <a:gd name="connsiteX4-403" fmla="*/ 549713 w 560550"/>
              <a:gd name="connsiteY4-404" fmla="*/ 442022 h 493591"/>
              <a:gd name="connsiteX5-405" fmla="*/ 553726 w 560550"/>
              <a:gd name="connsiteY5-406" fmla="*/ 448555 h 493591"/>
              <a:gd name="connsiteX6-407" fmla="*/ 557360 w 560550"/>
              <a:gd name="connsiteY6-408" fmla="*/ 480662 h 493591"/>
              <a:gd name="connsiteX7-409" fmla="*/ 557111 w 560550"/>
              <a:gd name="connsiteY7-410" fmla="*/ 481348 h 493591"/>
              <a:gd name="connsiteX8-411" fmla="*/ 527738 w 560550"/>
              <a:gd name="connsiteY8-412" fmla="*/ 493568 h 493591"/>
              <a:gd name="connsiteX9-413" fmla="*/ 496688 w 560550"/>
              <a:gd name="connsiteY9-414" fmla="*/ 492722 h 493591"/>
              <a:gd name="connsiteX10-415" fmla="*/ 266629 w 560550"/>
              <a:gd name="connsiteY10-416" fmla="*/ 479903 h 493591"/>
              <a:gd name="connsiteX11-417" fmla="*/ 40497 w 560550"/>
              <a:gd name="connsiteY11-418" fmla="*/ 492105 h 493591"/>
              <a:gd name="connsiteX12-419" fmla="*/ 32832 w 560550"/>
              <a:gd name="connsiteY12-420" fmla="*/ 492314 h 493591"/>
              <a:gd name="connsiteX13-421" fmla="*/ 3210 w 560550"/>
              <a:gd name="connsiteY13-422" fmla="*/ 479408 h 493591"/>
              <a:gd name="connsiteX14-423" fmla="*/ 2740 w 560550"/>
              <a:gd name="connsiteY14-424" fmla="*/ 478849 h 493591"/>
              <a:gd name="connsiteX15-425" fmla="*/ 6844 w 560550"/>
              <a:gd name="connsiteY15-426" fmla="*/ 447301 h 493591"/>
              <a:gd name="connsiteX16-427" fmla="*/ 23102 w 560550"/>
              <a:gd name="connsiteY16-428" fmla="*/ 420834 h 493591"/>
              <a:gd name="connsiteX17-429" fmla="*/ 149231 w 560550"/>
              <a:gd name="connsiteY17-430" fmla="*/ 228009 h 493591"/>
              <a:gd name="connsiteX18-431" fmla="*/ 251731 w 560550"/>
              <a:gd name="connsiteY18-432" fmla="*/ 26070 h 493591"/>
              <a:gd name="connsiteX19-433" fmla="*/ 255383 w 560550"/>
              <a:gd name="connsiteY19-434" fmla="*/ 19328 h 493591"/>
              <a:gd name="connsiteX20-435" fmla="*/ 281371 w 560550"/>
              <a:gd name="connsiteY20-436" fmla="*/ 127 h 493591"/>
              <a:gd name="connsiteX21-437" fmla="*/ 282090 w 560550"/>
              <a:gd name="connsiteY21-438" fmla="*/ 0 h 49359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33" y="connsiteY16-34"/>
              </a:cxn>
              <a:cxn ang="0">
                <a:pos x="connsiteX17-35" y="connsiteY17-36"/>
              </a:cxn>
              <a:cxn ang="0">
                <a:pos x="connsiteX18-37" y="connsiteY18-38"/>
              </a:cxn>
              <a:cxn ang="0">
                <a:pos x="connsiteX19-39" y="connsiteY19-40"/>
              </a:cxn>
              <a:cxn ang="0">
                <a:pos x="connsiteX20-41" y="connsiteY20-42"/>
              </a:cxn>
              <a:cxn ang="0">
                <a:pos x="connsiteX21-43" y="connsiteY21-44"/>
              </a:cxn>
            </a:cxnLst>
            <a:rect l="l" t="t" r="r" b="b"/>
            <a:pathLst>
              <a:path w="560550" h="493591">
                <a:moveTo>
                  <a:pt x="282090" y="0"/>
                </a:moveTo>
                <a:cubicBezTo>
                  <a:pt x="291235" y="0"/>
                  <a:pt x="300381" y="6443"/>
                  <a:pt x="307359" y="19328"/>
                </a:cubicBezTo>
                <a:lnTo>
                  <a:pt x="322151" y="46641"/>
                </a:lnTo>
                <a:cubicBezTo>
                  <a:pt x="341937" y="85466"/>
                  <a:pt x="388148" y="186382"/>
                  <a:pt x="426075" y="252279"/>
                </a:cubicBezTo>
                <a:cubicBezTo>
                  <a:pt x="464002" y="318176"/>
                  <a:pt x="528438" y="409309"/>
                  <a:pt x="549713" y="442022"/>
                </a:cubicBezTo>
                <a:lnTo>
                  <a:pt x="553726" y="448555"/>
                </a:lnTo>
                <a:cubicBezTo>
                  <a:pt x="561598" y="461368"/>
                  <a:pt x="562451" y="472766"/>
                  <a:pt x="557360" y="480662"/>
                </a:cubicBezTo>
                <a:cubicBezTo>
                  <a:pt x="557347" y="480929"/>
                  <a:pt x="557231" y="481140"/>
                  <a:pt x="557111" y="481348"/>
                </a:cubicBezTo>
                <a:cubicBezTo>
                  <a:pt x="552538" y="489268"/>
                  <a:pt x="542386" y="493968"/>
                  <a:pt x="527738" y="493568"/>
                </a:cubicBezTo>
                <a:lnTo>
                  <a:pt x="496688" y="492722"/>
                </a:lnTo>
                <a:cubicBezTo>
                  <a:pt x="453170" y="490445"/>
                  <a:pt x="342661" y="480006"/>
                  <a:pt x="266629" y="479903"/>
                </a:cubicBezTo>
                <a:cubicBezTo>
                  <a:pt x="190597" y="479800"/>
                  <a:pt x="79463" y="490037"/>
                  <a:pt x="40497" y="492105"/>
                </a:cubicBezTo>
                <a:lnTo>
                  <a:pt x="32832" y="492314"/>
                </a:lnTo>
                <a:cubicBezTo>
                  <a:pt x="17800" y="492724"/>
                  <a:pt x="7502" y="487764"/>
                  <a:pt x="3210" y="479408"/>
                </a:cubicBezTo>
                <a:cubicBezTo>
                  <a:pt x="2985" y="479262"/>
                  <a:pt x="2860" y="479056"/>
                  <a:pt x="2740" y="478849"/>
                </a:cubicBezTo>
                <a:cubicBezTo>
                  <a:pt x="-1833" y="470928"/>
                  <a:pt x="-826" y="459787"/>
                  <a:pt x="6844" y="447301"/>
                </a:cubicBezTo>
                <a:lnTo>
                  <a:pt x="23102" y="420834"/>
                </a:lnTo>
                <a:cubicBezTo>
                  <a:pt x="46833" y="384285"/>
                  <a:pt x="111126" y="293803"/>
                  <a:pt x="149231" y="228009"/>
                </a:cubicBezTo>
                <a:cubicBezTo>
                  <a:pt x="187336" y="162215"/>
                  <a:pt x="234039" y="60850"/>
                  <a:pt x="251731" y="26070"/>
                </a:cubicBezTo>
                <a:lnTo>
                  <a:pt x="255383" y="19328"/>
                </a:lnTo>
                <a:cubicBezTo>
                  <a:pt x="262543" y="6104"/>
                  <a:pt x="271988" y="-334"/>
                  <a:pt x="281371" y="127"/>
                </a:cubicBezTo>
                <a:cubicBezTo>
                  <a:pt x="281609" y="5"/>
                  <a:pt x="281850" y="0"/>
                  <a:pt x="28209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zh-CN" altLang="en-US">
              <a:solidFill>
                <a:srgbClr val="FFFFFF"/>
              </a:solidFill>
              <a:latin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11" name="KSO_Shape"/>
          <p:cNvSpPr/>
          <p:nvPr>
            <p:custDataLst>
              <p:tags r:id="rId9"/>
            </p:custDataLst>
          </p:nvPr>
        </p:nvSpPr>
        <p:spPr>
          <a:xfrm rot="17100000">
            <a:off x="822325" y="3236913"/>
            <a:ext cx="215900" cy="190500"/>
          </a:xfrm>
          <a:custGeom>
            <a:avLst/>
            <a:gdLst>
              <a:gd name="connsiteX0" fmla="*/ 282090 w 560550"/>
              <a:gd name="connsiteY0" fmla="*/ 0 h 493591"/>
              <a:gd name="connsiteX1" fmla="*/ 307359 w 560550"/>
              <a:gd name="connsiteY1" fmla="*/ 19328 h 493591"/>
              <a:gd name="connsiteX2" fmla="*/ 322151 w 560550"/>
              <a:gd name="connsiteY2" fmla="*/ 46641 h 493591"/>
              <a:gd name="connsiteX3" fmla="*/ 422483 w 560550"/>
              <a:gd name="connsiteY3" fmla="*/ 244308 h 493591"/>
              <a:gd name="connsiteX4" fmla="*/ 421839 w 560550"/>
              <a:gd name="connsiteY4" fmla="*/ 243943 h 493591"/>
              <a:gd name="connsiteX5" fmla="*/ 426075 w 560550"/>
              <a:gd name="connsiteY5" fmla="*/ 252279 h 493591"/>
              <a:gd name="connsiteX6" fmla="*/ 549713 w 560550"/>
              <a:gd name="connsiteY6" fmla="*/ 442022 h 493591"/>
              <a:gd name="connsiteX7" fmla="*/ 553726 w 560550"/>
              <a:gd name="connsiteY7" fmla="*/ 448555 h 493591"/>
              <a:gd name="connsiteX8" fmla="*/ 557360 w 560550"/>
              <a:gd name="connsiteY8" fmla="*/ 480662 h 493591"/>
              <a:gd name="connsiteX9" fmla="*/ 557111 w 560550"/>
              <a:gd name="connsiteY9" fmla="*/ 481348 h 493591"/>
              <a:gd name="connsiteX10" fmla="*/ 527738 w 560550"/>
              <a:gd name="connsiteY10" fmla="*/ 493568 h 493591"/>
              <a:gd name="connsiteX11" fmla="*/ 496688 w 560550"/>
              <a:gd name="connsiteY11" fmla="*/ 492722 h 493591"/>
              <a:gd name="connsiteX12" fmla="*/ 275338 w 560550"/>
              <a:gd name="connsiteY12" fmla="*/ 480778 h 493591"/>
              <a:gd name="connsiteX13" fmla="*/ 275975 w 560550"/>
              <a:gd name="connsiteY13" fmla="*/ 480403 h 493591"/>
              <a:gd name="connsiteX14" fmla="*/ 266629 w 560550"/>
              <a:gd name="connsiteY14" fmla="*/ 479903 h 493591"/>
              <a:gd name="connsiteX15" fmla="*/ 40497 w 560550"/>
              <a:gd name="connsiteY15" fmla="*/ 492105 h 493591"/>
              <a:gd name="connsiteX16" fmla="*/ 32832 w 560550"/>
              <a:gd name="connsiteY16" fmla="*/ 492314 h 493591"/>
              <a:gd name="connsiteX17" fmla="*/ 3210 w 560550"/>
              <a:gd name="connsiteY17" fmla="*/ 479408 h 493591"/>
              <a:gd name="connsiteX18" fmla="*/ 2740 w 560550"/>
              <a:gd name="connsiteY18" fmla="*/ 478849 h 493591"/>
              <a:gd name="connsiteX19" fmla="*/ 6844 w 560550"/>
              <a:gd name="connsiteY19" fmla="*/ 447301 h 493591"/>
              <a:gd name="connsiteX20" fmla="*/ 23102 w 560550"/>
              <a:gd name="connsiteY20" fmla="*/ 420834 h 493591"/>
              <a:gd name="connsiteX21" fmla="*/ 144121 w 560550"/>
              <a:gd name="connsiteY21" fmla="*/ 235111 h 493591"/>
              <a:gd name="connsiteX22" fmla="*/ 144127 w 560550"/>
              <a:gd name="connsiteY22" fmla="*/ 235851 h 493591"/>
              <a:gd name="connsiteX23" fmla="*/ 149231 w 560550"/>
              <a:gd name="connsiteY23" fmla="*/ 228009 h 493591"/>
              <a:gd name="connsiteX24" fmla="*/ 251731 w 560550"/>
              <a:gd name="connsiteY24" fmla="*/ 26070 h 493591"/>
              <a:gd name="connsiteX25" fmla="*/ 255383 w 560550"/>
              <a:gd name="connsiteY25" fmla="*/ 19328 h 493591"/>
              <a:gd name="connsiteX26" fmla="*/ 281371 w 560550"/>
              <a:gd name="connsiteY26" fmla="*/ 127 h 493591"/>
              <a:gd name="connsiteX27" fmla="*/ 282090 w 560550"/>
              <a:gd name="connsiteY27" fmla="*/ 0 h 493591"/>
              <a:gd name="connsiteX0-1" fmla="*/ 282090 w 560550"/>
              <a:gd name="connsiteY0-2" fmla="*/ 0 h 493591"/>
              <a:gd name="connsiteX1-3" fmla="*/ 307359 w 560550"/>
              <a:gd name="connsiteY1-4" fmla="*/ 19328 h 493591"/>
              <a:gd name="connsiteX2-5" fmla="*/ 322151 w 560550"/>
              <a:gd name="connsiteY2-6" fmla="*/ 46641 h 493591"/>
              <a:gd name="connsiteX3-7" fmla="*/ 422483 w 560550"/>
              <a:gd name="connsiteY3-8" fmla="*/ 244308 h 493591"/>
              <a:gd name="connsiteX4-9" fmla="*/ 426075 w 560550"/>
              <a:gd name="connsiteY4-10" fmla="*/ 252279 h 493591"/>
              <a:gd name="connsiteX5-11" fmla="*/ 549713 w 560550"/>
              <a:gd name="connsiteY5-12" fmla="*/ 442022 h 493591"/>
              <a:gd name="connsiteX6-13" fmla="*/ 553726 w 560550"/>
              <a:gd name="connsiteY6-14" fmla="*/ 448555 h 493591"/>
              <a:gd name="connsiteX7-15" fmla="*/ 557360 w 560550"/>
              <a:gd name="connsiteY7-16" fmla="*/ 480662 h 493591"/>
              <a:gd name="connsiteX8-17" fmla="*/ 557111 w 560550"/>
              <a:gd name="connsiteY8-18" fmla="*/ 481348 h 493591"/>
              <a:gd name="connsiteX9-19" fmla="*/ 527738 w 560550"/>
              <a:gd name="connsiteY9-20" fmla="*/ 493568 h 493591"/>
              <a:gd name="connsiteX10-21" fmla="*/ 496688 w 560550"/>
              <a:gd name="connsiteY10-22" fmla="*/ 492722 h 493591"/>
              <a:gd name="connsiteX11-23" fmla="*/ 275338 w 560550"/>
              <a:gd name="connsiteY11-24" fmla="*/ 480778 h 493591"/>
              <a:gd name="connsiteX12-25" fmla="*/ 275975 w 560550"/>
              <a:gd name="connsiteY12-26" fmla="*/ 480403 h 493591"/>
              <a:gd name="connsiteX13-27" fmla="*/ 266629 w 560550"/>
              <a:gd name="connsiteY13-28" fmla="*/ 479903 h 493591"/>
              <a:gd name="connsiteX14-29" fmla="*/ 40497 w 560550"/>
              <a:gd name="connsiteY14-30" fmla="*/ 492105 h 493591"/>
              <a:gd name="connsiteX15-31" fmla="*/ 32832 w 560550"/>
              <a:gd name="connsiteY15-32" fmla="*/ 492314 h 493591"/>
              <a:gd name="connsiteX16-33" fmla="*/ 3210 w 560550"/>
              <a:gd name="connsiteY16-34" fmla="*/ 479408 h 493591"/>
              <a:gd name="connsiteX17-35" fmla="*/ 2740 w 560550"/>
              <a:gd name="connsiteY17-36" fmla="*/ 478849 h 493591"/>
              <a:gd name="connsiteX18-37" fmla="*/ 6844 w 560550"/>
              <a:gd name="connsiteY18-38" fmla="*/ 447301 h 493591"/>
              <a:gd name="connsiteX19-39" fmla="*/ 23102 w 560550"/>
              <a:gd name="connsiteY19-40" fmla="*/ 420834 h 493591"/>
              <a:gd name="connsiteX20-41" fmla="*/ 144121 w 560550"/>
              <a:gd name="connsiteY20-42" fmla="*/ 235111 h 493591"/>
              <a:gd name="connsiteX21-43" fmla="*/ 144127 w 560550"/>
              <a:gd name="connsiteY21-44" fmla="*/ 235851 h 493591"/>
              <a:gd name="connsiteX22-45" fmla="*/ 149231 w 560550"/>
              <a:gd name="connsiteY22-46" fmla="*/ 228009 h 493591"/>
              <a:gd name="connsiteX23-47" fmla="*/ 251731 w 560550"/>
              <a:gd name="connsiteY23-48" fmla="*/ 26070 h 493591"/>
              <a:gd name="connsiteX24-49" fmla="*/ 255383 w 560550"/>
              <a:gd name="connsiteY24-50" fmla="*/ 19328 h 493591"/>
              <a:gd name="connsiteX25-51" fmla="*/ 281371 w 560550"/>
              <a:gd name="connsiteY25-52" fmla="*/ 127 h 493591"/>
              <a:gd name="connsiteX26-53" fmla="*/ 282090 w 560550"/>
              <a:gd name="connsiteY26-54" fmla="*/ 0 h 493591"/>
              <a:gd name="connsiteX0-55" fmla="*/ 282090 w 560550"/>
              <a:gd name="connsiteY0-56" fmla="*/ 0 h 493591"/>
              <a:gd name="connsiteX1-57" fmla="*/ 307359 w 560550"/>
              <a:gd name="connsiteY1-58" fmla="*/ 19328 h 493591"/>
              <a:gd name="connsiteX2-59" fmla="*/ 322151 w 560550"/>
              <a:gd name="connsiteY2-60" fmla="*/ 46641 h 493591"/>
              <a:gd name="connsiteX3-61" fmla="*/ 426075 w 560550"/>
              <a:gd name="connsiteY3-62" fmla="*/ 252279 h 493591"/>
              <a:gd name="connsiteX4-63" fmla="*/ 549713 w 560550"/>
              <a:gd name="connsiteY4-64" fmla="*/ 442022 h 493591"/>
              <a:gd name="connsiteX5-65" fmla="*/ 553726 w 560550"/>
              <a:gd name="connsiteY5-66" fmla="*/ 448555 h 493591"/>
              <a:gd name="connsiteX6-67" fmla="*/ 557360 w 560550"/>
              <a:gd name="connsiteY6-68" fmla="*/ 480662 h 493591"/>
              <a:gd name="connsiteX7-69" fmla="*/ 557111 w 560550"/>
              <a:gd name="connsiteY7-70" fmla="*/ 481348 h 493591"/>
              <a:gd name="connsiteX8-71" fmla="*/ 527738 w 560550"/>
              <a:gd name="connsiteY8-72" fmla="*/ 493568 h 493591"/>
              <a:gd name="connsiteX9-73" fmla="*/ 496688 w 560550"/>
              <a:gd name="connsiteY9-74" fmla="*/ 492722 h 493591"/>
              <a:gd name="connsiteX10-75" fmla="*/ 275338 w 560550"/>
              <a:gd name="connsiteY10-76" fmla="*/ 480778 h 493591"/>
              <a:gd name="connsiteX11-77" fmla="*/ 275975 w 560550"/>
              <a:gd name="connsiteY11-78" fmla="*/ 480403 h 493591"/>
              <a:gd name="connsiteX12-79" fmla="*/ 266629 w 560550"/>
              <a:gd name="connsiteY12-80" fmla="*/ 479903 h 493591"/>
              <a:gd name="connsiteX13-81" fmla="*/ 40497 w 560550"/>
              <a:gd name="connsiteY13-82" fmla="*/ 492105 h 493591"/>
              <a:gd name="connsiteX14-83" fmla="*/ 32832 w 560550"/>
              <a:gd name="connsiteY14-84" fmla="*/ 492314 h 493591"/>
              <a:gd name="connsiteX15-85" fmla="*/ 3210 w 560550"/>
              <a:gd name="connsiteY15-86" fmla="*/ 479408 h 493591"/>
              <a:gd name="connsiteX16-87" fmla="*/ 2740 w 560550"/>
              <a:gd name="connsiteY16-88" fmla="*/ 478849 h 493591"/>
              <a:gd name="connsiteX17-89" fmla="*/ 6844 w 560550"/>
              <a:gd name="connsiteY17-90" fmla="*/ 447301 h 493591"/>
              <a:gd name="connsiteX18-91" fmla="*/ 23102 w 560550"/>
              <a:gd name="connsiteY18-92" fmla="*/ 420834 h 493591"/>
              <a:gd name="connsiteX19-93" fmla="*/ 144121 w 560550"/>
              <a:gd name="connsiteY19-94" fmla="*/ 235111 h 493591"/>
              <a:gd name="connsiteX20-95" fmla="*/ 144127 w 560550"/>
              <a:gd name="connsiteY20-96" fmla="*/ 235851 h 493591"/>
              <a:gd name="connsiteX21-97" fmla="*/ 149231 w 560550"/>
              <a:gd name="connsiteY21-98" fmla="*/ 228009 h 493591"/>
              <a:gd name="connsiteX22-99" fmla="*/ 251731 w 560550"/>
              <a:gd name="connsiteY22-100" fmla="*/ 26070 h 493591"/>
              <a:gd name="connsiteX23-101" fmla="*/ 255383 w 560550"/>
              <a:gd name="connsiteY23-102" fmla="*/ 19328 h 493591"/>
              <a:gd name="connsiteX24-103" fmla="*/ 281371 w 560550"/>
              <a:gd name="connsiteY24-104" fmla="*/ 127 h 493591"/>
              <a:gd name="connsiteX25-105" fmla="*/ 282090 w 560550"/>
              <a:gd name="connsiteY25-106" fmla="*/ 0 h 493591"/>
              <a:gd name="connsiteX0-107" fmla="*/ 282090 w 560550"/>
              <a:gd name="connsiteY0-108" fmla="*/ 0 h 493591"/>
              <a:gd name="connsiteX1-109" fmla="*/ 307359 w 560550"/>
              <a:gd name="connsiteY1-110" fmla="*/ 19328 h 493591"/>
              <a:gd name="connsiteX2-111" fmla="*/ 322151 w 560550"/>
              <a:gd name="connsiteY2-112" fmla="*/ 46641 h 493591"/>
              <a:gd name="connsiteX3-113" fmla="*/ 426075 w 560550"/>
              <a:gd name="connsiteY3-114" fmla="*/ 252279 h 493591"/>
              <a:gd name="connsiteX4-115" fmla="*/ 549713 w 560550"/>
              <a:gd name="connsiteY4-116" fmla="*/ 442022 h 493591"/>
              <a:gd name="connsiteX5-117" fmla="*/ 553726 w 560550"/>
              <a:gd name="connsiteY5-118" fmla="*/ 448555 h 493591"/>
              <a:gd name="connsiteX6-119" fmla="*/ 557360 w 560550"/>
              <a:gd name="connsiteY6-120" fmla="*/ 480662 h 493591"/>
              <a:gd name="connsiteX7-121" fmla="*/ 557111 w 560550"/>
              <a:gd name="connsiteY7-122" fmla="*/ 481348 h 493591"/>
              <a:gd name="connsiteX8-123" fmla="*/ 527738 w 560550"/>
              <a:gd name="connsiteY8-124" fmla="*/ 493568 h 493591"/>
              <a:gd name="connsiteX9-125" fmla="*/ 496688 w 560550"/>
              <a:gd name="connsiteY9-126" fmla="*/ 492722 h 493591"/>
              <a:gd name="connsiteX10-127" fmla="*/ 275338 w 560550"/>
              <a:gd name="connsiteY10-128" fmla="*/ 480778 h 493591"/>
              <a:gd name="connsiteX11-129" fmla="*/ 275975 w 560550"/>
              <a:gd name="connsiteY11-130" fmla="*/ 480403 h 493591"/>
              <a:gd name="connsiteX12-131" fmla="*/ 266629 w 560550"/>
              <a:gd name="connsiteY12-132" fmla="*/ 479903 h 493591"/>
              <a:gd name="connsiteX13-133" fmla="*/ 40497 w 560550"/>
              <a:gd name="connsiteY13-134" fmla="*/ 492105 h 493591"/>
              <a:gd name="connsiteX14-135" fmla="*/ 32832 w 560550"/>
              <a:gd name="connsiteY14-136" fmla="*/ 492314 h 493591"/>
              <a:gd name="connsiteX15-137" fmla="*/ 3210 w 560550"/>
              <a:gd name="connsiteY15-138" fmla="*/ 479408 h 493591"/>
              <a:gd name="connsiteX16-139" fmla="*/ 2740 w 560550"/>
              <a:gd name="connsiteY16-140" fmla="*/ 478849 h 493591"/>
              <a:gd name="connsiteX17-141" fmla="*/ 6844 w 560550"/>
              <a:gd name="connsiteY17-142" fmla="*/ 447301 h 493591"/>
              <a:gd name="connsiteX18-143" fmla="*/ 23102 w 560550"/>
              <a:gd name="connsiteY18-144" fmla="*/ 420834 h 493591"/>
              <a:gd name="connsiteX19-145" fmla="*/ 144121 w 560550"/>
              <a:gd name="connsiteY19-146" fmla="*/ 235111 h 493591"/>
              <a:gd name="connsiteX20-147" fmla="*/ 144127 w 560550"/>
              <a:gd name="connsiteY20-148" fmla="*/ 235851 h 493591"/>
              <a:gd name="connsiteX21-149" fmla="*/ 149231 w 560550"/>
              <a:gd name="connsiteY21-150" fmla="*/ 228009 h 493591"/>
              <a:gd name="connsiteX22-151" fmla="*/ 251731 w 560550"/>
              <a:gd name="connsiteY22-152" fmla="*/ 26070 h 493591"/>
              <a:gd name="connsiteX23-153" fmla="*/ 255383 w 560550"/>
              <a:gd name="connsiteY23-154" fmla="*/ 19328 h 493591"/>
              <a:gd name="connsiteX24-155" fmla="*/ 281371 w 560550"/>
              <a:gd name="connsiteY24-156" fmla="*/ 127 h 493591"/>
              <a:gd name="connsiteX25-157" fmla="*/ 282090 w 560550"/>
              <a:gd name="connsiteY25-158" fmla="*/ 0 h 493591"/>
              <a:gd name="connsiteX0-159" fmla="*/ 282090 w 560550"/>
              <a:gd name="connsiteY0-160" fmla="*/ 0 h 493591"/>
              <a:gd name="connsiteX1-161" fmla="*/ 307359 w 560550"/>
              <a:gd name="connsiteY1-162" fmla="*/ 19328 h 493591"/>
              <a:gd name="connsiteX2-163" fmla="*/ 322151 w 560550"/>
              <a:gd name="connsiteY2-164" fmla="*/ 46641 h 493591"/>
              <a:gd name="connsiteX3-165" fmla="*/ 426075 w 560550"/>
              <a:gd name="connsiteY3-166" fmla="*/ 252279 h 493591"/>
              <a:gd name="connsiteX4-167" fmla="*/ 549713 w 560550"/>
              <a:gd name="connsiteY4-168" fmla="*/ 442022 h 493591"/>
              <a:gd name="connsiteX5-169" fmla="*/ 553726 w 560550"/>
              <a:gd name="connsiteY5-170" fmla="*/ 448555 h 493591"/>
              <a:gd name="connsiteX6-171" fmla="*/ 557360 w 560550"/>
              <a:gd name="connsiteY6-172" fmla="*/ 480662 h 493591"/>
              <a:gd name="connsiteX7-173" fmla="*/ 557111 w 560550"/>
              <a:gd name="connsiteY7-174" fmla="*/ 481348 h 493591"/>
              <a:gd name="connsiteX8-175" fmla="*/ 527738 w 560550"/>
              <a:gd name="connsiteY8-176" fmla="*/ 493568 h 493591"/>
              <a:gd name="connsiteX9-177" fmla="*/ 496688 w 560550"/>
              <a:gd name="connsiteY9-178" fmla="*/ 492722 h 493591"/>
              <a:gd name="connsiteX10-179" fmla="*/ 275338 w 560550"/>
              <a:gd name="connsiteY10-180" fmla="*/ 480778 h 493591"/>
              <a:gd name="connsiteX11-181" fmla="*/ 275975 w 560550"/>
              <a:gd name="connsiteY11-182" fmla="*/ 480403 h 493591"/>
              <a:gd name="connsiteX12-183" fmla="*/ 266629 w 560550"/>
              <a:gd name="connsiteY12-184" fmla="*/ 479903 h 493591"/>
              <a:gd name="connsiteX13-185" fmla="*/ 40497 w 560550"/>
              <a:gd name="connsiteY13-186" fmla="*/ 492105 h 493591"/>
              <a:gd name="connsiteX14-187" fmla="*/ 32832 w 560550"/>
              <a:gd name="connsiteY14-188" fmla="*/ 492314 h 493591"/>
              <a:gd name="connsiteX15-189" fmla="*/ 3210 w 560550"/>
              <a:gd name="connsiteY15-190" fmla="*/ 479408 h 493591"/>
              <a:gd name="connsiteX16-191" fmla="*/ 2740 w 560550"/>
              <a:gd name="connsiteY16-192" fmla="*/ 478849 h 493591"/>
              <a:gd name="connsiteX17-193" fmla="*/ 6844 w 560550"/>
              <a:gd name="connsiteY17-194" fmla="*/ 447301 h 493591"/>
              <a:gd name="connsiteX18-195" fmla="*/ 23102 w 560550"/>
              <a:gd name="connsiteY18-196" fmla="*/ 420834 h 493591"/>
              <a:gd name="connsiteX19-197" fmla="*/ 144121 w 560550"/>
              <a:gd name="connsiteY19-198" fmla="*/ 235111 h 493591"/>
              <a:gd name="connsiteX20-199" fmla="*/ 149231 w 560550"/>
              <a:gd name="connsiteY20-200" fmla="*/ 228009 h 493591"/>
              <a:gd name="connsiteX21-201" fmla="*/ 251731 w 560550"/>
              <a:gd name="connsiteY21-202" fmla="*/ 26070 h 493591"/>
              <a:gd name="connsiteX22-203" fmla="*/ 255383 w 560550"/>
              <a:gd name="connsiteY22-204" fmla="*/ 19328 h 493591"/>
              <a:gd name="connsiteX23-205" fmla="*/ 281371 w 560550"/>
              <a:gd name="connsiteY23-206" fmla="*/ 127 h 493591"/>
              <a:gd name="connsiteX24-207" fmla="*/ 282090 w 560550"/>
              <a:gd name="connsiteY24-208" fmla="*/ 0 h 493591"/>
              <a:gd name="connsiteX0-209" fmla="*/ 282090 w 560550"/>
              <a:gd name="connsiteY0-210" fmla="*/ 0 h 493591"/>
              <a:gd name="connsiteX1-211" fmla="*/ 307359 w 560550"/>
              <a:gd name="connsiteY1-212" fmla="*/ 19328 h 493591"/>
              <a:gd name="connsiteX2-213" fmla="*/ 322151 w 560550"/>
              <a:gd name="connsiteY2-214" fmla="*/ 46641 h 493591"/>
              <a:gd name="connsiteX3-215" fmla="*/ 426075 w 560550"/>
              <a:gd name="connsiteY3-216" fmla="*/ 252279 h 493591"/>
              <a:gd name="connsiteX4-217" fmla="*/ 549713 w 560550"/>
              <a:gd name="connsiteY4-218" fmla="*/ 442022 h 493591"/>
              <a:gd name="connsiteX5-219" fmla="*/ 553726 w 560550"/>
              <a:gd name="connsiteY5-220" fmla="*/ 448555 h 493591"/>
              <a:gd name="connsiteX6-221" fmla="*/ 557360 w 560550"/>
              <a:gd name="connsiteY6-222" fmla="*/ 480662 h 493591"/>
              <a:gd name="connsiteX7-223" fmla="*/ 557111 w 560550"/>
              <a:gd name="connsiteY7-224" fmla="*/ 481348 h 493591"/>
              <a:gd name="connsiteX8-225" fmla="*/ 527738 w 560550"/>
              <a:gd name="connsiteY8-226" fmla="*/ 493568 h 493591"/>
              <a:gd name="connsiteX9-227" fmla="*/ 496688 w 560550"/>
              <a:gd name="connsiteY9-228" fmla="*/ 492722 h 493591"/>
              <a:gd name="connsiteX10-229" fmla="*/ 275338 w 560550"/>
              <a:gd name="connsiteY10-230" fmla="*/ 480778 h 493591"/>
              <a:gd name="connsiteX11-231" fmla="*/ 275975 w 560550"/>
              <a:gd name="connsiteY11-232" fmla="*/ 480403 h 493591"/>
              <a:gd name="connsiteX12-233" fmla="*/ 266629 w 560550"/>
              <a:gd name="connsiteY12-234" fmla="*/ 479903 h 493591"/>
              <a:gd name="connsiteX13-235" fmla="*/ 40497 w 560550"/>
              <a:gd name="connsiteY13-236" fmla="*/ 492105 h 493591"/>
              <a:gd name="connsiteX14-237" fmla="*/ 32832 w 560550"/>
              <a:gd name="connsiteY14-238" fmla="*/ 492314 h 493591"/>
              <a:gd name="connsiteX15-239" fmla="*/ 3210 w 560550"/>
              <a:gd name="connsiteY15-240" fmla="*/ 479408 h 493591"/>
              <a:gd name="connsiteX16-241" fmla="*/ 2740 w 560550"/>
              <a:gd name="connsiteY16-242" fmla="*/ 478849 h 493591"/>
              <a:gd name="connsiteX17-243" fmla="*/ 6844 w 560550"/>
              <a:gd name="connsiteY17-244" fmla="*/ 447301 h 493591"/>
              <a:gd name="connsiteX18-245" fmla="*/ 23102 w 560550"/>
              <a:gd name="connsiteY18-246" fmla="*/ 420834 h 493591"/>
              <a:gd name="connsiteX19-247" fmla="*/ 149231 w 560550"/>
              <a:gd name="connsiteY19-248" fmla="*/ 228009 h 493591"/>
              <a:gd name="connsiteX20-249" fmla="*/ 251731 w 560550"/>
              <a:gd name="connsiteY20-250" fmla="*/ 26070 h 493591"/>
              <a:gd name="connsiteX21-251" fmla="*/ 255383 w 560550"/>
              <a:gd name="connsiteY21-252" fmla="*/ 19328 h 493591"/>
              <a:gd name="connsiteX22-253" fmla="*/ 281371 w 560550"/>
              <a:gd name="connsiteY22-254" fmla="*/ 127 h 493591"/>
              <a:gd name="connsiteX23-255" fmla="*/ 282090 w 560550"/>
              <a:gd name="connsiteY23-256" fmla="*/ 0 h 493591"/>
              <a:gd name="connsiteX0-257" fmla="*/ 282090 w 560550"/>
              <a:gd name="connsiteY0-258" fmla="*/ 0 h 493591"/>
              <a:gd name="connsiteX1-259" fmla="*/ 307359 w 560550"/>
              <a:gd name="connsiteY1-260" fmla="*/ 19328 h 493591"/>
              <a:gd name="connsiteX2-261" fmla="*/ 322151 w 560550"/>
              <a:gd name="connsiteY2-262" fmla="*/ 46641 h 493591"/>
              <a:gd name="connsiteX3-263" fmla="*/ 426075 w 560550"/>
              <a:gd name="connsiteY3-264" fmla="*/ 252279 h 493591"/>
              <a:gd name="connsiteX4-265" fmla="*/ 549713 w 560550"/>
              <a:gd name="connsiteY4-266" fmla="*/ 442022 h 493591"/>
              <a:gd name="connsiteX5-267" fmla="*/ 553726 w 560550"/>
              <a:gd name="connsiteY5-268" fmla="*/ 448555 h 493591"/>
              <a:gd name="connsiteX6-269" fmla="*/ 557360 w 560550"/>
              <a:gd name="connsiteY6-270" fmla="*/ 480662 h 493591"/>
              <a:gd name="connsiteX7-271" fmla="*/ 557111 w 560550"/>
              <a:gd name="connsiteY7-272" fmla="*/ 481348 h 493591"/>
              <a:gd name="connsiteX8-273" fmla="*/ 527738 w 560550"/>
              <a:gd name="connsiteY8-274" fmla="*/ 493568 h 493591"/>
              <a:gd name="connsiteX9-275" fmla="*/ 496688 w 560550"/>
              <a:gd name="connsiteY9-276" fmla="*/ 492722 h 493591"/>
              <a:gd name="connsiteX10-277" fmla="*/ 275338 w 560550"/>
              <a:gd name="connsiteY10-278" fmla="*/ 480778 h 493591"/>
              <a:gd name="connsiteX11-279" fmla="*/ 275975 w 560550"/>
              <a:gd name="connsiteY11-280" fmla="*/ 480403 h 493591"/>
              <a:gd name="connsiteX12-281" fmla="*/ 266629 w 560550"/>
              <a:gd name="connsiteY12-282" fmla="*/ 479903 h 493591"/>
              <a:gd name="connsiteX13-283" fmla="*/ 40497 w 560550"/>
              <a:gd name="connsiteY13-284" fmla="*/ 492105 h 493591"/>
              <a:gd name="connsiteX14-285" fmla="*/ 32832 w 560550"/>
              <a:gd name="connsiteY14-286" fmla="*/ 492314 h 493591"/>
              <a:gd name="connsiteX15-287" fmla="*/ 3210 w 560550"/>
              <a:gd name="connsiteY15-288" fmla="*/ 479408 h 493591"/>
              <a:gd name="connsiteX16-289" fmla="*/ 2740 w 560550"/>
              <a:gd name="connsiteY16-290" fmla="*/ 478849 h 493591"/>
              <a:gd name="connsiteX17-291" fmla="*/ 6844 w 560550"/>
              <a:gd name="connsiteY17-292" fmla="*/ 447301 h 493591"/>
              <a:gd name="connsiteX18-293" fmla="*/ 23102 w 560550"/>
              <a:gd name="connsiteY18-294" fmla="*/ 420834 h 493591"/>
              <a:gd name="connsiteX19-295" fmla="*/ 149231 w 560550"/>
              <a:gd name="connsiteY19-296" fmla="*/ 228009 h 493591"/>
              <a:gd name="connsiteX20-297" fmla="*/ 251731 w 560550"/>
              <a:gd name="connsiteY20-298" fmla="*/ 26070 h 493591"/>
              <a:gd name="connsiteX21-299" fmla="*/ 255383 w 560550"/>
              <a:gd name="connsiteY21-300" fmla="*/ 19328 h 493591"/>
              <a:gd name="connsiteX22-301" fmla="*/ 281371 w 560550"/>
              <a:gd name="connsiteY22-302" fmla="*/ 127 h 493591"/>
              <a:gd name="connsiteX23-303" fmla="*/ 282090 w 560550"/>
              <a:gd name="connsiteY23-304" fmla="*/ 0 h 493591"/>
              <a:gd name="connsiteX0-305" fmla="*/ 282090 w 560550"/>
              <a:gd name="connsiteY0-306" fmla="*/ 0 h 493591"/>
              <a:gd name="connsiteX1-307" fmla="*/ 307359 w 560550"/>
              <a:gd name="connsiteY1-308" fmla="*/ 19328 h 493591"/>
              <a:gd name="connsiteX2-309" fmla="*/ 322151 w 560550"/>
              <a:gd name="connsiteY2-310" fmla="*/ 46641 h 493591"/>
              <a:gd name="connsiteX3-311" fmla="*/ 426075 w 560550"/>
              <a:gd name="connsiteY3-312" fmla="*/ 252279 h 493591"/>
              <a:gd name="connsiteX4-313" fmla="*/ 549713 w 560550"/>
              <a:gd name="connsiteY4-314" fmla="*/ 442022 h 493591"/>
              <a:gd name="connsiteX5-315" fmla="*/ 553726 w 560550"/>
              <a:gd name="connsiteY5-316" fmla="*/ 448555 h 493591"/>
              <a:gd name="connsiteX6-317" fmla="*/ 557360 w 560550"/>
              <a:gd name="connsiteY6-318" fmla="*/ 480662 h 493591"/>
              <a:gd name="connsiteX7-319" fmla="*/ 557111 w 560550"/>
              <a:gd name="connsiteY7-320" fmla="*/ 481348 h 493591"/>
              <a:gd name="connsiteX8-321" fmla="*/ 527738 w 560550"/>
              <a:gd name="connsiteY8-322" fmla="*/ 493568 h 493591"/>
              <a:gd name="connsiteX9-323" fmla="*/ 496688 w 560550"/>
              <a:gd name="connsiteY9-324" fmla="*/ 492722 h 493591"/>
              <a:gd name="connsiteX10-325" fmla="*/ 275338 w 560550"/>
              <a:gd name="connsiteY10-326" fmla="*/ 480778 h 493591"/>
              <a:gd name="connsiteX11-327" fmla="*/ 266629 w 560550"/>
              <a:gd name="connsiteY11-328" fmla="*/ 479903 h 493591"/>
              <a:gd name="connsiteX12-329" fmla="*/ 40497 w 560550"/>
              <a:gd name="connsiteY12-330" fmla="*/ 492105 h 493591"/>
              <a:gd name="connsiteX13-331" fmla="*/ 32832 w 560550"/>
              <a:gd name="connsiteY13-332" fmla="*/ 492314 h 493591"/>
              <a:gd name="connsiteX14-333" fmla="*/ 3210 w 560550"/>
              <a:gd name="connsiteY14-334" fmla="*/ 479408 h 493591"/>
              <a:gd name="connsiteX15-335" fmla="*/ 2740 w 560550"/>
              <a:gd name="connsiteY15-336" fmla="*/ 478849 h 493591"/>
              <a:gd name="connsiteX16-337" fmla="*/ 6844 w 560550"/>
              <a:gd name="connsiteY16-338" fmla="*/ 447301 h 493591"/>
              <a:gd name="connsiteX17-339" fmla="*/ 23102 w 560550"/>
              <a:gd name="connsiteY17-340" fmla="*/ 420834 h 493591"/>
              <a:gd name="connsiteX18-341" fmla="*/ 149231 w 560550"/>
              <a:gd name="connsiteY18-342" fmla="*/ 228009 h 493591"/>
              <a:gd name="connsiteX19-343" fmla="*/ 251731 w 560550"/>
              <a:gd name="connsiteY19-344" fmla="*/ 26070 h 493591"/>
              <a:gd name="connsiteX20-345" fmla="*/ 255383 w 560550"/>
              <a:gd name="connsiteY20-346" fmla="*/ 19328 h 493591"/>
              <a:gd name="connsiteX21-347" fmla="*/ 281371 w 560550"/>
              <a:gd name="connsiteY21-348" fmla="*/ 127 h 493591"/>
              <a:gd name="connsiteX22-349" fmla="*/ 282090 w 560550"/>
              <a:gd name="connsiteY22-350" fmla="*/ 0 h 493591"/>
              <a:gd name="connsiteX0-351" fmla="*/ 282090 w 560550"/>
              <a:gd name="connsiteY0-352" fmla="*/ 0 h 493591"/>
              <a:gd name="connsiteX1-353" fmla="*/ 307359 w 560550"/>
              <a:gd name="connsiteY1-354" fmla="*/ 19328 h 493591"/>
              <a:gd name="connsiteX2-355" fmla="*/ 322151 w 560550"/>
              <a:gd name="connsiteY2-356" fmla="*/ 46641 h 493591"/>
              <a:gd name="connsiteX3-357" fmla="*/ 426075 w 560550"/>
              <a:gd name="connsiteY3-358" fmla="*/ 252279 h 493591"/>
              <a:gd name="connsiteX4-359" fmla="*/ 549713 w 560550"/>
              <a:gd name="connsiteY4-360" fmla="*/ 442022 h 493591"/>
              <a:gd name="connsiteX5-361" fmla="*/ 553726 w 560550"/>
              <a:gd name="connsiteY5-362" fmla="*/ 448555 h 493591"/>
              <a:gd name="connsiteX6-363" fmla="*/ 557360 w 560550"/>
              <a:gd name="connsiteY6-364" fmla="*/ 480662 h 493591"/>
              <a:gd name="connsiteX7-365" fmla="*/ 557111 w 560550"/>
              <a:gd name="connsiteY7-366" fmla="*/ 481348 h 493591"/>
              <a:gd name="connsiteX8-367" fmla="*/ 527738 w 560550"/>
              <a:gd name="connsiteY8-368" fmla="*/ 493568 h 493591"/>
              <a:gd name="connsiteX9-369" fmla="*/ 496688 w 560550"/>
              <a:gd name="connsiteY9-370" fmla="*/ 492722 h 493591"/>
              <a:gd name="connsiteX10-371" fmla="*/ 266629 w 560550"/>
              <a:gd name="connsiteY10-372" fmla="*/ 479903 h 493591"/>
              <a:gd name="connsiteX11-373" fmla="*/ 40497 w 560550"/>
              <a:gd name="connsiteY11-374" fmla="*/ 492105 h 493591"/>
              <a:gd name="connsiteX12-375" fmla="*/ 32832 w 560550"/>
              <a:gd name="connsiteY12-376" fmla="*/ 492314 h 493591"/>
              <a:gd name="connsiteX13-377" fmla="*/ 3210 w 560550"/>
              <a:gd name="connsiteY13-378" fmla="*/ 479408 h 493591"/>
              <a:gd name="connsiteX14-379" fmla="*/ 2740 w 560550"/>
              <a:gd name="connsiteY14-380" fmla="*/ 478849 h 493591"/>
              <a:gd name="connsiteX15-381" fmla="*/ 6844 w 560550"/>
              <a:gd name="connsiteY15-382" fmla="*/ 447301 h 493591"/>
              <a:gd name="connsiteX16-383" fmla="*/ 23102 w 560550"/>
              <a:gd name="connsiteY16-384" fmla="*/ 420834 h 493591"/>
              <a:gd name="connsiteX17-385" fmla="*/ 149231 w 560550"/>
              <a:gd name="connsiteY17-386" fmla="*/ 228009 h 493591"/>
              <a:gd name="connsiteX18-387" fmla="*/ 251731 w 560550"/>
              <a:gd name="connsiteY18-388" fmla="*/ 26070 h 493591"/>
              <a:gd name="connsiteX19-389" fmla="*/ 255383 w 560550"/>
              <a:gd name="connsiteY19-390" fmla="*/ 19328 h 493591"/>
              <a:gd name="connsiteX20-391" fmla="*/ 281371 w 560550"/>
              <a:gd name="connsiteY20-392" fmla="*/ 127 h 493591"/>
              <a:gd name="connsiteX21-393" fmla="*/ 282090 w 560550"/>
              <a:gd name="connsiteY21-394" fmla="*/ 0 h 493591"/>
              <a:gd name="connsiteX0-395" fmla="*/ 282090 w 560550"/>
              <a:gd name="connsiteY0-396" fmla="*/ 0 h 493591"/>
              <a:gd name="connsiteX1-397" fmla="*/ 307359 w 560550"/>
              <a:gd name="connsiteY1-398" fmla="*/ 19328 h 493591"/>
              <a:gd name="connsiteX2-399" fmla="*/ 322151 w 560550"/>
              <a:gd name="connsiteY2-400" fmla="*/ 46641 h 493591"/>
              <a:gd name="connsiteX3-401" fmla="*/ 426075 w 560550"/>
              <a:gd name="connsiteY3-402" fmla="*/ 252279 h 493591"/>
              <a:gd name="connsiteX4-403" fmla="*/ 549713 w 560550"/>
              <a:gd name="connsiteY4-404" fmla="*/ 442022 h 493591"/>
              <a:gd name="connsiteX5-405" fmla="*/ 553726 w 560550"/>
              <a:gd name="connsiteY5-406" fmla="*/ 448555 h 493591"/>
              <a:gd name="connsiteX6-407" fmla="*/ 557360 w 560550"/>
              <a:gd name="connsiteY6-408" fmla="*/ 480662 h 493591"/>
              <a:gd name="connsiteX7-409" fmla="*/ 557111 w 560550"/>
              <a:gd name="connsiteY7-410" fmla="*/ 481348 h 493591"/>
              <a:gd name="connsiteX8-411" fmla="*/ 527738 w 560550"/>
              <a:gd name="connsiteY8-412" fmla="*/ 493568 h 493591"/>
              <a:gd name="connsiteX9-413" fmla="*/ 496688 w 560550"/>
              <a:gd name="connsiteY9-414" fmla="*/ 492722 h 493591"/>
              <a:gd name="connsiteX10-415" fmla="*/ 266629 w 560550"/>
              <a:gd name="connsiteY10-416" fmla="*/ 479903 h 493591"/>
              <a:gd name="connsiteX11-417" fmla="*/ 40497 w 560550"/>
              <a:gd name="connsiteY11-418" fmla="*/ 492105 h 493591"/>
              <a:gd name="connsiteX12-419" fmla="*/ 32832 w 560550"/>
              <a:gd name="connsiteY12-420" fmla="*/ 492314 h 493591"/>
              <a:gd name="connsiteX13-421" fmla="*/ 3210 w 560550"/>
              <a:gd name="connsiteY13-422" fmla="*/ 479408 h 493591"/>
              <a:gd name="connsiteX14-423" fmla="*/ 2740 w 560550"/>
              <a:gd name="connsiteY14-424" fmla="*/ 478849 h 493591"/>
              <a:gd name="connsiteX15-425" fmla="*/ 6844 w 560550"/>
              <a:gd name="connsiteY15-426" fmla="*/ 447301 h 493591"/>
              <a:gd name="connsiteX16-427" fmla="*/ 23102 w 560550"/>
              <a:gd name="connsiteY16-428" fmla="*/ 420834 h 493591"/>
              <a:gd name="connsiteX17-429" fmla="*/ 149231 w 560550"/>
              <a:gd name="connsiteY17-430" fmla="*/ 228009 h 493591"/>
              <a:gd name="connsiteX18-431" fmla="*/ 251731 w 560550"/>
              <a:gd name="connsiteY18-432" fmla="*/ 26070 h 493591"/>
              <a:gd name="connsiteX19-433" fmla="*/ 255383 w 560550"/>
              <a:gd name="connsiteY19-434" fmla="*/ 19328 h 493591"/>
              <a:gd name="connsiteX20-435" fmla="*/ 281371 w 560550"/>
              <a:gd name="connsiteY20-436" fmla="*/ 127 h 493591"/>
              <a:gd name="connsiteX21-437" fmla="*/ 282090 w 560550"/>
              <a:gd name="connsiteY21-438" fmla="*/ 0 h 49359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33" y="connsiteY16-34"/>
              </a:cxn>
              <a:cxn ang="0">
                <a:pos x="connsiteX17-35" y="connsiteY17-36"/>
              </a:cxn>
              <a:cxn ang="0">
                <a:pos x="connsiteX18-37" y="connsiteY18-38"/>
              </a:cxn>
              <a:cxn ang="0">
                <a:pos x="connsiteX19-39" y="connsiteY19-40"/>
              </a:cxn>
              <a:cxn ang="0">
                <a:pos x="connsiteX20-41" y="connsiteY20-42"/>
              </a:cxn>
              <a:cxn ang="0">
                <a:pos x="connsiteX21-43" y="connsiteY21-44"/>
              </a:cxn>
            </a:cxnLst>
            <a:rect l="l" t="t" r="r" b="b"/>
            <a:pathLst>
              <a:path w="560550" h="493591">
                <a:moveTo>
                  <a:pt x="282090" y="0"/>
                </a:moveTo>
                <a:cubicBezTo>
                  <a:pt x="291235" y="0"/>
                  <a:pt x="300381" y="6443"/>
                  <a:pt x="307359" y="19328"/>
                </a:cubicBezTo>
                <a:lnTo>
                  <a:pt x="322151" y="46641"/>
                </a:lnTo>
                <a:cubicBezTo>
                  <a:pt x="341937" y="85466"/>
                  <a:pt x="388148" y="186382"/>
                  <a:pt x="426075" y="252279"/>
                </a:cubicBezTo>
                <a:cubicBezTo>
                  <a:pt x="464002" y="318176"/>
                  <a:pt x="528438" y="409309"/>
                  <a:pt x="549713" y="442022"/>
                </a:cubicBezTo>
                <a:lnTo>
                  <a:pt x="553726" y="448555"/>
                </a:lnTo>
                <a:cubicBezTo>
                  <a:pt x="561598" y="461368"/>
                  <a:pt x="562451" y="472766"/>
                  <a:pt x="557360" y="480662"/>
                </a:cubicBezTo>
                <a:cubicBezTo>
                  <a:pt x="557347" y="480929"/>
                  <a:pt x="557231" y="481140"/>
                  <a:pt x="557111" y="481348"/>
                </a:cubicBezTo>
                <a:cubicBezTo>
                  <a:pt x="552538" y="489268"/>
                  <a:pt x="542386" y="493968"/>
                  <a:pt x="527738" y="493568"/>
                </a:cubicBezTo>
                <a:lnTo>
                  <a:pt x="496688" y="492722"/>
                </a:lnTo>
                <a:cubicBezTo>
                  <a:pt x="453170" y="490445"/>
                  <a:pt x="342661" y="480006"/>
                  <a:pt x="266629" y="479903"/>
                </a:cubicBezTo>
                <a:cubicBezTo>
                  <a:pt x="190597" y="479800"/>
                  <a:pt x="79463" y="490037"/>
                  <a:pt x="40497" y="492105"/>
                </a:cubicBezTo>
                <a:lnTo>
                  <a:pt x="32832" y="492314"/>
                </a:lnTo>
                <a:cubicBezTo>
                  <a:pt x="17800" y="492724"/>
                  <a:pt x="7502" y="487764"/>
                  <a:pt x="3210" y="479408"/>
                </a:cubicBezTo>
                <a:cubicBezTo>
                  <a:pt x="2985" y="479262"/>
                  <a:pt x="2860" y="479056"/>
                  <a:pt x="2740" y="478849"/>
                </a:cubicBezTo>
                <a:cubicBezTo>
                  <a:pt x="-1833" y="470928"/>
                  <a:pt x="-826" y="459787"/>
                  <a:pt x="6844" y="447301"/>
                </a:cubicBezTo>
                <a:lnTo>
                  <a:pt x="23102" y="420834"/>
                </a:lnTo>
                <a:cubicBezTo>
                  <a:pt x="46833" y="384285"/>
                  <a:pt x="111126" y="293803"/>
                  <a:pt x="149231" y="228009"/>
                </a:cubicBezTo>
                <a:cubicBezTo>
                  <a:pt x="187336" y="162215"/>
                  <a:pt x="234039" y="60850"/>
                  <a:pt x="251731" y="26070"/>
                </a:cubicBezTo>
                <a:lnTo>
                  <a:pt x="255383" y="19328"/>
                </a:lnTo>
                <a:cubicBezTo>
                  <a:pt x="262543" y="6104"/>
                  <a:pt x="271988" y="-334"/>
                  <a:pt x="281371" y="127"/>
                </a:cubicBezTo>
                <a:cubicBezTo>
                  <a:pt x="281609" y="5"/>
                  <a:pt x="281850" y="0"/>
                  <a:pt x="28209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zh-CN" altLang="en-US">
              <a:solidFill>
                <a:srgbClr val="FFFFFF"/>
              </a:solidFill>
              <a:latin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12" name="KSO_Shape"/>
          <p:cNvSpPr/>
          <p:nvPr>
            <p:custDataLst>
              <p:tags r:id="rId10"/>
            </p:custDataLst>
          </p:nvPr>
        </p:nvSpPr>
        <p:spPr>
          <a:xfrm rot="10154805">
            <a:off x="8432800" y="6116638"/>
            <a:ext cx="314325" cy="276225"/>
          </a:xfrm>
          <a:custGeom>
            <a:avLst/>
            <a:gdLst>
              <a:gd name="connsiteX0" fmla="*/ 282090 w 560550"/>
              <a:gd name="connsiteY0" fmla="*/ 0 h 493591"/>
              <a:gd name="connsiteX1" fmla="*/ 307359 w 560550"/>
              <a:gd name="connsiteY1" fmla="*/ 19328 h 493591"/>
              <a:gd name="connsiteX2" fmla="*/ 322151 w 560550"/>
              <a:gd name="connsiteY2" fmla="*/ 46641 h 493591"/>
              <a:gd name="connsiteX3" fmla="*/ 422483 w 560550"/>
              <a:gd name="connsiteY3" fmla="*/ 244308 h 493591"/>
              <a:gd name="connsiteX4" fmla="*/ 421839 w 560550"/>
              <a:gd name="connsiteY4" fmla="*/ 243943 h 493591"/>
              <a:gd name="connsiteX5" fmla="*/ 426075 w 560550"/>
              <a:gd name="connsiteY5" fmla="*/ 252279 h 493591"/>
              <a:gd name="connsiteX6" fmla="*/ 549713 w 560550"/>
              <a:gd name="connsiteY6" fmla="*/ 442022 h 493591"/>
              <a:gd name="connsiteX7" fmla="*/ 553726 w 560550"/>
              <a:gd name="connsiteY7" fmla="*/ 448555 h 493591"/>
              <a:gd name="connsiteX8" fmla="*/ 557360 w 560550"/>
              <a:gd name="connsiteY8" fmla="*/ 480662 h 493591"/>
              <a:gd name="connsiteX9" fmla="*/ 557111 w 560550"/>
              <a:gd name="connsiteY9" fmla="*/ 481348 h 493591"/>
              <a:gd name="connsiteX10" fmla="*/ 527738 w 560550"/>
              <a:gd name="connsiteY10" fmla="*/ 493568 h 493591"/>
              <a:gd name="connsiteX11" fmla="*/ 496688 w 560550"/>
              <a:gd name="connsiteY11" fmla="*/ 492722 h 493591"/>
              <a:gd name="connsiteX12" fmla="*/ 275338 w 560550"/>
              <a:gd name="connsiteY12" fmla="*/ 480778 h 493591"/>
              <a:gd name="connsiteX13" fmla="*/ 275975 w 560550"/>
              <a:gd name="connsiteY13" fmla="*/ 480403 h 493591"/>
              <a:gd name="connsiteX14" fmla="*/ 266629 w 560550"/>
              <a:gd name="connsiteY14" fmla="*/ 479903 h 493591"/>
              <a:gd name="connsiteX15" fmla="*/ 40497 w 560550"/>
              <a:gd name="connsiteY15" fmla="*/ 492105 h 493591"/>
              <a:gd name="connsiteX16" fmla="*/ 32832 w 560550"/>
              <a:gd name="connsiteY16" fmla="*/ 492314 h 493591"/>
              <a:gd name="connsiteX17" fmla="*/ 3210 w 560550"/>
              <a:gd name="connsiteY17" fmla="*/ 479408 h 493591"/>
              <a:gd name="connsiteX18" fmla="*/ 2740 w 560550"/>
              <a:gd name="connsiteY18" fmla="*/ 478849 h 493591"/>
              <a:gd name="connsiteX19" fmla="*/ 6844 w 560550"/>
              <a:gd name="connsiteY19" fmla="*/ 447301 h 493591"/>
              <a:gd name="connsiteX20" fmla="*/ 23102 w 560550"/>
              <a:gd name="connsiteY20" fmla="*/ 420834 h 493591"/>
              <a:gd name="connsiteX21" fmla="*/ 144121 w 560550"/>
              <a:gd name="connsiteY21" fmla="*/ 235111 h 493591"/>
              <a:gd name="connsiteX22" fmla="*/ 144127 w 560550"/>
              <a:gd name="connsiteY22" fmla="*/ 235851 h 493591"/>
              <a:gd name="connsiteX23" fmla="*/ 149231 w 560550"/>
              <a:gd name="connsiteY23" fmla="*/ 228009 h 493591"/>
              <a:gd name="connsiteX24" fmla="*/ 251731 w 560550"/>
              <a:gd name="connsiteY24" fmla="*/ 26070 h 493591"/>
              <a:gd name="connsiteX25" fmla="*/ 255383 w 560550"/>
              <a:gd name="connsiteY25" fmla="*/ 19328 h 493591"/>
              <a:gd name="connsiteX26" fmla="*/ 281371 w 560550"/>
              <a:gd name="connsiteY26" fmla="*/ 127 h 493591"/>
              <a:gd name="connsiteX27" fmla="*/ 282090 w 560550"/>
              <a:gd name="connsiteY27" fmla="*/ 0 h 493591"/>
              <a:gd name="connsiteX0-1" fmla="*/ 282090 w 560550"/>
              <a:gd name="connsiteY0-2" fmla="*/ 0 h 493591"/>
              <a:gd name="connsiteX1-3" fmla="*/ 307359 w 560550"/>
              <a:gd name="connsiteY1-4" fmla="*/ 19328 h 493591"/>
              <a:gd name="connsiteX2-5" fmla="*/ 322151 w 560550"/>
              <a:gd name="connsiteY2-6" fmla="*/ 46641 h 493591"/>
              <a:gd name="connsiteX3-7" fmla="*/ 422483 w 560550"/>
              <a:gd name="connsiteY3-8" fmla="*/ 244308 h 493591"/>
              <a:gd name="connsiteX4-9" fmla="*/ 426075 w 560550"/>
              <a:gd name="connsiteY4-10" fmla="*/ 252279 h 493591"/>
              <a:gd name="connsiteX5-11" fmla="*/ 549713 w 560550"/>
              <a:gd name="connsiteY5-12" fmla="*/ 442022 h 493591"/>
              <a:gd name="connsiteX6-13" fmla="*/ 553726 w 560550"/>
              <a:gd name="connsiteY6-14" fmla="*/ 448555 h 493591"/>
              <a:gd name="connsiteX7-15" fmla="*/ 557360 w 560550"/>
              <a:gd name="connsiteY7-16" fmla="*/ 480662 h 493591"/>
              <a:gd name="connsiteX8-17" fmla="*/ 557111 w 560550"/>
              <a:gd name="connsiteY8-18" fmla="*/ 481348 h 493591"/>
              <a:gd name="connsiteX9-19" fmla="*/ 527738 w 560550"/>
              <a:gd name="connsiteY9-20" fmla="*/ 493568 h 493591"/>
              <a:gd name="connsiteX10-21" fmla="*/ 496688 w 560550"/>
              <a:gd name="connsiteY10-22" fmla="*/ 492722 h 493591"/>
              <a:gd name="connsiteX11-23" fmla="*/ 275338 w 560550"/>
              <a:gd name="connsiteY11-24" fmla="*/ 480778 h 493591"/>
              <a:gd name="connsiteX12-25" fmla="*/ 275975 w 560550"/>
              <a:gd name="connsiteY12-26" fmla="*/ 480403 h 493591"/>
              <a:gd name="connsiteX13-27" fmla="*/ 266629 w 560550"/>
              <a:gd name="connsiteY13-28" fmla="*/ 479903 h 493591"/>
              <a:gd name="connsiteX14-29" fmla="*/ 40497 w 560550"/>
              <a:gd name="connsiteY14-30" fmla="*/ 492105 h 493591"/>
              <a:gd name="connsiteX15-31" fmla="*/ 32832 w 560550"/>
              <a:gd name="connsiteY15-32" fmla="*/ 492314 h 493591"/>
              <a:gd name="connsiteX16-33" fmla="*/ 3210 w 560550"/>
              <a:gd name="connsiteY16-34" fmla="*/ 479408 h 493591"/>
              <a:gd name="connsiteX17-35" fmla="*/ 2740 w 560550"/>
              <a:gd name="connsiteY17-36" fmla="*/ 478849 h 493591"/>
              <a:gd name="connsiteX18-37" fmla="*/ 6844 w 560550"/>
              <a:gd name="connsiteY18-38" fmla="*/ 447301 h 493591"/>
              <a:gd name="connsiteX19-39" fmla="*/ 23102 w 560550"/>
              <a:gd name="connsiteY19-40" fmla="*/ 420834 h 493591"/>
              <a:gd name="connsiteX20-41" fmla="*/ 144121 w 560550"/>
              <a:gd name="connsiteY20-42" fmla="*/ 235111 h 493591"/>
              <a:gd name="connsiteX21-43" fmla="*/ 144127 w 560550"/>
              <a:gd name="connsiteY21-44" fmla="*/ 235851 h 493591"/>
              <a:gd name="connsiteX22-45" fmla="*/ 149231 w 560550"/>
              <a:gd name="connsiteY22-46" fmla="*/ 228009 h 493591"/>
              <a:gd name="connsiteX23-47" fmla="*/ 251731 w 560550"/>
              <a:gd name="connsiteY23-48" fmla="*/ 26070 h 493591"/>
              <a:gd name="connsiteX24-49" fmla="*/ 255383 w 560550"/>
              <a:gd name="connsiteY24-50" fmla="*/ 19328 h 493591"/>
              <a:gd name="connsiteX25-51" fmla="*/ 281371 w 560550"/>
              <a:gd name="connsiteY25-52" fmla="*/ 127 h 493591"/>
              <a:gd name="connsiteX26-53" fmla="*/ 282090 w 560550"/>
              <a:gd name="connsiteY26-54" fmla="*/ 0 h 493591"/>
              <a:gd name="connsiteX0-55" fmla="*/ 282090 w 560550"/>
              <a:gd name="connsiteY0-56" fmla="*/ 0 h 493591"/>
              <a:gd name="connsiteX1-57" fmla="*/ 307359 w 560550"/>
              <a:gd name="connsiteY1-58" fmla="*/ 19328 h 493591"/>
              <a:gd name="connsiteX2-59" fmla="*/ 322151 w 560550"/>
              <a:gd name="connsiteY2-60" fmla="*/ 46641 h 493591"/>
              <a:gd name="connsiteX3-61" fmla="*/ 426075 w 560550"/>
              <a:gd name="connsiteY3-62" fmla="*/ 252279 h 493591"/>
              <a:gd name="connsiteX4-63" fmla="*/ 549713 w 560550"/>
              <a:gd name="connsiteY4-64" fmla="*/ 442022 h 493591"/>
              <a:gd name="connsiteX5-65" fmla="*/ 553726 w 560550"/>
              <a:gd name="connsiteY5-66" fmla="*/ 448555 h 493591"/>
              <a:gd name="connsiteX6-67" fmla="*/ 557360 w 560550"/>
              <a:gd name="connsiteY6-68" fmla="*/ 480662 h 493591"/>
              <a:gd name="connsiteX7-69" fmla="*/ 557111 w 560550"/>
              <a:gd name="connsiteY7-70" fmla="*/ 481348 h 493591"/>
              <a:gd name="connsiteX8-71" fmla="*/ 527738 w 560550"/>
              <a:gd name="connsiteY8-72" fmla="*/ 493568 h 493591"/>
              <a:gd name="connsiteX9-73" fmla="*/ 496688 w 560550"/>
              <a:gd name="connsiteY9-74" fmla="*/ 492722 h 493591"/>
              <a:gd name="connsiteX10-75" fmla="*/ 275338 w 560550"/>
              <a:gd name="connsiteY10-76" fmla="*/ 480778 h 493591"/>
              <a:gd name="connsiteX11-77" fmla="*/ 275975 w 560550"/>
              <a:gd name="connsiteY11-78" fmla="*/ 480403 h 493591"/>
              <a:gd name="connsiteX12-79" fmla="*/ 266629 w 560550"/>
              <a:gd name="connsiteY12-80" fmla="*/ 479903 h 493591"/>
              <a:gd name="connsiteX13-81" fmla="*/ 40497 w 560550"/>
              <a:gd name="connsiteY13-82" fmla="*/ 492105 h 493591"/>
              <a:gd name="connsiteX14-83" fmla="*/ 32832 w 560550"/>
              <a:gd name="connsiteY14-84" fmla="*/ 492314 h 493591"/>
              <a:gd name="connsiteX15-85" fmla="*/ 3210 w 560550"/>
              <a:gd name="connsiteY15-86" fmla="*/ 479408 h 493591"/>
              <a:gd name="connsiteX16-87" fmla="*/ 2740 w 560550"/>
              <a:gd name="connsiteY16-88" fmla="*/ 478849 h 493591"/>
              <a:gd name="connsiteX17-89" fmla="*/ 6844 w 560550"/>
              <a:gd name="connsiteY17-90" fmla="*/ 447301 h 493591"/>
              <a:gd name="connsiteX18-91" fmla="*/ 23102 w 560550"/>
              <a:gd name="connsiteY18-92" fmla="*/ 420834 h 493591"/>
              <a:gd name="connsiteX19-93" fmla="*/ 144121 w 560550"/>
              <a:gd name="connsiteY19-94" fmla="*/ 235111 h 493591"/>
              <a:gd name="connsiteX20-95" fmla="*/ 144127 w 560550"/>
              <a:gd name="connsiteY20-96" fmla="*/ 235851 h 493591"/>
              <a:gd name="connsiteX21-97" fmla="*/ 149231 w 560550"/>
              <a:gd name="connsiteY21-98" fmla="*/ 228009 h 493591"/>
              <a:gd name="connsiteX22-99" fmla="*/ 251731 w 560550"/>
              <a:gd name="connsiteY22-100" fmla="*/ 26070 h 493591"/>
              <a:gd name="connsiteX23-101" fmla="*/ 255383 w 560550"/>
              <a:gd name="connsiteY23-102" fmla="*/ 19328 h 493591"/>
              <a:gd name="connsiteX24-103" fmla="*/ 281371 w 560550"/>
              <a:gd name="connsiteY24-104" fmla="*/ 127 h 493591"/>
              <a:gd name="connsiteX25-105" fmla="*/ 282090 w 560550"/>
              <a:gd name="connsiteY25-106" fmla="*/ 0 h 493591"/>
              <a:gd name="connsiteX0-107" fmla="*/ 282090 w 560550"/>
              <a:gd name="connsiteY0-108" fmla="*/ 0 h 493591"/>
              <a:gd name="connsiteX1-109" fmla="*/ 307359 w 560550"/>
              <a:gd name="connsiteY1-110" fmla="*/ 19328 h 493591"/>
              <a:gd name="connsiteX2-111" fmla="*/ 322151 w 560550"/>
              <a:gd name="connsiteY2-112" fmla="*/ 46641 h 493591"/>
              <a:gd name="connsiteX3-113" fmla="*/ 426075 w 560550"/>
              <a:gd name="connsiteY3-114" fmla="*/ 252279 h 493591"/>
              <a:gd name="connsiteX4-115" fmla="*/ 549713 w 560550"/>
              <a:gd name="connsiteY4-116" fmla="*/ 442022 h 493591"/>
              <a:gd name="connsiteX5-117" fmla="*/ 553726 w 560550"/>
              <a:gd name="connsiteY5-118" fmla="*/ 448555 h 493591"/>
              <a:gd name="connsiteX6-119" fmla="*/ 557360 w 560550"/>
              <a:gd name="connsiteY6-120" fmla="*/ 480662 h 493591"/>
              <a:gd name="connsiteX7-121" fmla="*/ 557111 w 560550"/>
              <a:gd name="connsiteY7-122" fmla="*/ 481348 h 493591"/>
              <a:gd name="connsiteX8-123" fmla="*/ 527738 w 560550"/>
              <a:gd name="connsiteY8-124" fmla="*/ 493568 h 493591"/>
              <a:gd name="connsiteX9-125" fmla="*/ 496688 w 560550"/>
              <a:gd name="connsiteY9-126" fmla="*/ 492722 h 493591"/>
              <a:gd name="connsiteX10-127" fmla="*/ 275338 w 560550"/>
              <a:gd name="connsiteY10-128" fmla="*/ 480778 h 493591"/>
              <a:gd name="connsiteX11-129" fmla="*/ 275975 w 560550"/>
              <a:gd name="connsiteY11-130" fmla="*/ 480403 h 493591"/>
              <a:gd name="connsiteX12-131" fmla="*/ 266629 w 560550"/>
              <a:gd name="connsiteY12-132" fmla="*/ 479903 h 493591"/>
              <a:gd name="connsiteX13-133" fmla="*/ 40497 w 560550"/>
              <a:gd name="connsiteY13-134" fmla="*/ 492105 h 493591"/>
              <a:gd name="connsiteX14-135" fmla="*/ 32832 w 560550"/>
              <a:gd name="connsiteY14-136" fmla="*/ 492314 h 493591"/>
              <a:gd name="connsiteX15-137" fmla="*/ 3210 w 560550"/>
              <a:gd name="connsiteY15-138" fmla="*/ 479408 h 493591"/>
              <a:gd name="connsiteX16-139" fmla="*/ 2740 w 560550"/>
              <a:gd name="connsiteY16-140" fmla="*/ 478849 h 493591"/>
              <a:gd name="connsiteX17-141" fmla="*/ 6844 w 560550"/>
              <a:gd name="connsiteY17-142" fmla="*/ 447301 h 493591"/>
              <a:gd name="connsiteX18-143" fmla="*/ 23102 w 560550"/>
              <a:gd name="connsiteY18-144" fmla="*/ 420834 h 493591"/>
              <a:gd name="connsiteX19-145" fmla="*/ 144121 w 560550"/>
              <a:gd name="connsiteY19-146" fmla="*/ 235111 h 493591"/>
              <a:gd name="connsiteX20-147" fmla="*/ 144127 w 560550"/>
              <a:gd name="connsiteY20-148" fmla="*/ 235851 h 493591"/>
              <a:gd name="connsiteX21-149" fmla="*/ 149231 w 560550"/>
              <a:gd name="connsiteY21-150" fmla="*/ 228009 h 493591"/>
              <a:gd name="connsiteX22-151" fmla="*/ 251731 w 560550"/>
              <a:gd name="connsiteY22-152" fmla="*/ 26070 h 493591"/>
              <a:gd name="connsiteX23-153" fmla="*/ 255383 w 560550"/>
              <a:gd name="connsiteY23-154" fmla="*/ 19328 h 493591"/>
              <a:gd name="connsiteX24-155" fmla="*/ 281371 w 560550"/>
              <a:gd name="connsiteY24-156" fmla="*/ 127 h 493591"/>
              <a:gd name="connsiteX25-157" fmla="*/ 282090 w 560550"/>
              <a:gd name="connsiteY25-158" fmla="*/ 0 h 493591"/>
              <a:gd name="connsiteX0-159" fmla="*/ 282090 w 560550"/>
              <a:gd name="connsiteY0-160" fmla="*/ 0 h 493591"/>
              <a:gd name="connsiteX1-161" fmla="*/ 307359 w 560550"/>
              <a:gd name="connsiteY1-162" fmla="*/ 19328 h 493591"/>
              <a:gd name="connsiteX2-163" fmla="*/ 322151 w 560550"/>
              <a:gd name="connsiteY2-164" fmla="*/ 46641 h 493591"/>
              <a:gd name="connsiteX3-165" fmla="*/ 426075 w 560550"/>
              <a:gd name="connsiteY3-166" fmla="*/ 252279 h 493591"/>
              <a:gd name="connsiteX4-167" fmla="*/ 549713 w 560550"/>
              <a:gd name="connsiteY4-168" fmla="*/ 442022 h 493591"/>
              <a:gd name="connsiteX5-169" fmla="*/ 553726 w 560550"/>
              <a:gd name="connsiteY5-170" fmla="*/ 448555 h 493591"/>
              <a:gd name="connsiteX6-171" fmla="*/ 557360 w 560550"/>
              <a:gd name="connsiteY6-172" fmla="*/ 480662 h 493591"/>
              <a:gd name="connsiteX7-173" fmla="*/ 557111 w 560550"/>
              <a:gd name="connsiteY7-174" fmla="*/ 481348 h 493591"/>
              <a:gd name="connsiteX8-175" fmla="*/ 527738 w 560550"/>
              <a:gd name="connsiteY8-176" fmla="*/ 493568 h 493591"/>
              <a:gd name="connsiteX9-177" fmla="*/ 496688 w 560550"/>
              <a:gd name="connsiteY9-178" fmla="*/ 492722 h 493591"/>
              <a:gd name="connsiteX10-179" fmla="*/ 275338 w 560550"/>
              <a:gd name="connsiteY10-180" fmla="*/ 480778 h 493591"/>
              <a:gd name="connsiteX11-181" fmla="*/ 275975 w 560550"/>
              <a:gd name="connsiteY11-182" fmla="*/ 480403 h 493591"/>
              <a:gd name="connsiteX12-183" fmla="*/ 266629 w 560550"/>
              <a:gd name="connsiteY12-184" fmla="*/ 479903 h 493591"/>
              <a:gd name="connsiteX13-185" fmla="*/ 40497 w 560550"/>
              <a:gd name="connsiteY13-186" fmla="*/ 492105 h 493591"/>
              <a:gd name="connsiteX14-187" fmla="*/ 32832 w 560550"/>
              <a:gd name="connsiteY14-188" fmla="*/ 492314 h 493591"/>
              <a:gd name="connsiteX15-189" fmla="*/ 3210 w 560550"/>
              <a:gd name="connsiteY15-190" fmla="*/ 479408 h 493591"/>
              <a:gd name="connsiteX16-191" fmla="*/ 2740 w 560550"/>
              <a:gd name="connsiteY16-192" fmla="*/ 478849 h 493591"/>
              <a:gd name="connsiteX17-193" fmla="*/ 6844 w 560550"/>
              <a:gd name="connsiteY17-194" fmla="*/ 447301 h 493591"/>
              <a:gd name="connsiteX18-195" fmla="*/ 23102 w 560550"/>
              <a:gd name="connsiteY18-196" fmla="*/ 420834 h 493591"/>
              <a:gd name="connsiteX19-197" fmla="*/ 144121 w 560550"/>
              <a:gd name="connsiteY19-198" fmla="*/ 235111 h 493591"/>
              <a:gd name="connsiteX20-199" fmla="*/ 149231 w 560550"/>
              <a:gd name="connsiteY20-200" fmla="*/ 228009 h 493591"/>
              <a:gd name="connsiteX21-201" fmla="*/ 251731 w 560550"/>
              <a:gd name="connsiteY21-202" fmla="*/ 26070 h 493591"/>
              <a:gd name="connsiteX22-203" fmla="*/ 255383 w 560550"/>
              <a:gd name="connsiteY22-204" fmla="*/ 19328 h 493591"/>
              <a:gd name="connsiteX23-205" fmla="*/ 281371 w 560550"/>
              <a:gd name="connsiteY23-206" fmla="*/ 127 h 493591"/>
              <a:gd name="connsiteX24-207" fmla="*/ 282090 w 560550"/>
              <a:gd name="connsiteY24-208" fmla="*/ 0 h 493591"/>
              <a:gd name="connsiteX0-209" fmla="*/ 282090 w 560550"/>
              <a:gd name="connsiteY0-210" fmla="*/ 0 h 493591"/>
              <a:gd name="connsiteX1-211" fmla="*/ 307359 w 560550"/>
              <a:gd name="connsiteY1-212" fmla="*/ 19328 h 493591"/>
              <a:gd name="connsiteX2-213" fmla="*/ 322151 w 560550"/>
              <a:gd name="connsiteY2-214" fmla="*/ 46641 h 493591"/>
              <a:gd name="connsiteX3-215" fmla="*/ 426075 w 560550"/>
              <a:gd name="connsiteY3-216" fmla="*/ 252279 h 493591"/>
              <a:gd name="connsiteX4-217" fmla="*/ 549713 w 560550"/>
              <a:gd name="connsiteY4-218" fmla="*/ 442022 h 493591"/>
              <a:gd name="connsiteX5-219" fmla="*/ 553726 w 560550"/>
              <a:gd name="connsiteY5-220" fmla="*/ 448555 h 493591"/>
              <a:gd name="connsiteX6-221" fmla="*/ 557360 w 560550"/>
              <a:gd name="connsiteY6-222" fmla="*/ 480662 h 493591"/>
              <a:gd name="connsiteX7-223" fmla="*/ 557111 w 560550"/>
              <a:gd name="connsiteY7-224" fmla="*/ 481348 h 493591"/>
              <a:gd name="connsiteX8-225" fmla="*/ 527738 w 560550"/>
              <a:gd name="connsiteY8-226" fmla="*/ 493568 h 493591"/>
              <a:gd name="connsiteX9-227" fmla="*/ 496688 w 560550"/>
              <a:gd name="connsiteY9-228" fmla="*/ 492722 h 493591"/>
              <a:gd name="connsiteX10-229" fmla="*/ 275338 w 560550"/>
              <a:gd name="connsiteY10-230" fmla="*/ 480778 h 493591"/>
              <a:gd name="connsiteX11-231" fmla="*/ 275975 w 560550"/>
              <a:gd name="connsiteY11-232" fmla="*/ 480403 h 493591"/>
              <a:gd name="connsiteX12-233" fmla="*/ 266629 w 560550"/>
              <a:gd name="connsiteY12-234" fmla="*/ 479903 h 493591"/>
              <a:gd name="connsiteX13-235" fmla="*/ 40497 w 560550"/>
              <a:gd name="connsiteY13-236" fmla="*/ 492105 h 493591"/>
              <a:gd name="connsiteX14-237" fmla="*/ 32832 w 560550"/>
              <a:gd name="connsiteY14-238" fmla="*/ 492314 h 493591"/>
              <a:gd name="connsiteX15-239" fmla="*/ 3210 w 560550"/>
              <a:gd name="connsiteY15-240" fmla="*/ 479408 h 493591"/>
              <a:gd name="connsiteX16-241" fmla="*/ 2740 w 560550"/>
              <a:gd name="connsiteY16-242" fmla="*/ 478849 h 493591"/>
              <a:gd name="connsiteX17-243" fmla="*/ 6844 w 560550"/>
              <a:gd name="connsiteY17-244" fmla="*/ 447301 h 493591"/>
              <a:gd name="connsiteX18-245" fmla="*/ 23102 w 560550"/>
              <a:gd name="connsiteY18-246" fmla="*/ 420834 h 493591"/>
              <a:gd name="connsiteX19-247" fmla="*/ 149231 w 560550"/>
              <a:gd name="connsiteY19-248" fmla="*/ 228009 h 493591"/>
              <a:gd name="connsiteX20-249" fmla="*/ 251731 w 560550"/>
              <a:gd name="connsiteY20-250" fmla="*/ 26070 h 493591"/>
              <a:gd name="connsiteX21-251" fmla="*/ 255383 w 560550"/>
              <a:gd name="connsiteY21-252" fmla="*/ 19328 h 493591"/>
              <a:gd name="connsiteX22-253" fmla="*/ 281371 w 560550"/>
              <a:gd name="connsiteY22-254" fmla="*/ 127 h 493591"/>
              <a:gd name="connsiteX23-255" fmla="*/ 282090 w 560550"/>
              <a:gd name="connsiteY23-256" fmla="*/ 0 h 493591"/>
              <a:gd name="connsiteX0-257" fmla="*/ 282090 w 560550"/>
              <a:gd name="connsiteY0-258" fmla="*/ 0 h 493591"/>
              <a:gd name="connsiteX1-259" fmla="*/ 307359 w 560550"/>
              <a:gd name="connsiteY1-260" fmla="*/ 19328 h 493591"/>
              <a:gd name="connsiteX2-261" fmla="*/ 322151 w 560550"/>
              <a:gd name="connsiteY2-262" fmla="*/ 46641 h 493591"/>
              <a:gd name="connsiteX3-263" fmla="*/ 426075 w 560550"/>
              <a:gd name="connsiteY3-264" fmla="*/ 252279 h 493591"/>
              <a:gd name="connsiteX4-265" fmla="*/ 549713 w 560550"/>
              <a:gd name="connsiteY4-266" fmla="*/ 442022 h 493591"/>
              <a:gd name="connsiteX5-267" fmla="*/ 553726 w 560550"/>
              <a:gd name="connsiteY5-268" fmla="*/ 448555 h 493591"/>
              <a:gd name="connsiteX6-269" fmla="*/ 557360 w 560550"/>
              <a:gd name="connsiteY6-270" fmla="*/ 480662 h 493591"/>
              <a:gd name="connsiteX7-271" fmla="*/ 557111 w 560550"/>
              <a:gd name="connsiteY7-272" fmla="*/ 481348 h 493591"/>
              <a:gd name="connsiteX8-273" fmla="*/ 527738 w 560550"/>
              <a:gd name="connsiteY8-274" fmla="*/ 493568 h 493591"/>
              <a:gd name="connsiteX9-275" fmla="*/ 496688 w 560550"/>
              <a:gd name="connsiteY9-276" fmla="*/ 492722 h 493591"/>
              <a:gd name="connsiteX10-277" fmla="*/ 275338 w 560550"/>
              <a:gd name="connsiteY10-278" fmla="*/ 480778 h 493591"/>
              <a:gd name="connsiteX11-279" fmla="*/ 275975 w 560550"/>
              <a:gd name="connsiteY11-280" fmla="*/ 480403 h 493591"/>
              <a:gd name="connsiteX12-281" fmla="*/ 266629 w 560550"/>
              <a:gd name="connsiteY12-282" fmla="*/ 479903 h 493591"/>
              <a:gd name="connsiteX13-283" fmla="*/ 40497 w 560550"/>
              <a:gd name="connsiteY13-284" fmla="*/ 492105 h 493591"/>
              <a:gd name="connsiteX14-285" fmla="*/ 32832 w 560550"/>
              <a:gd name="connsiteY14-286" fmla="*/ 492314 h 493591"/>
              <a:gd name="connsiteX15-287" fmla="*/ 3210 w 560550"/>
              <a:gd name="connsiteY15-288" fmla="*/ 479408 h 493591"/>
              <a:gd name="connsiteX16-289" fmla="*/ 2740 w 560550"/>
              <a:gd name="connsiteY16-290" fmla="*/ 478849 h 493591"/>
              <a:gd name="connsiteX17-291" fmla="*/ 6844 w 560550"/>
              <a:gd name="connsiteY17-292" fmla="*/ 447301 h 493591"/>
              <a:gd name="connsiteX18-293" fmla="*/ 23102 w 560550"/>
              <a:gd name="connsiteY18-294" fmla="*/ 420834 h 493591"/>
              <a:gd name="connsiteX19-295" fmla="*/ 149231 w 560550"/>
              <a:gd name="connsiteY19-296" fmla="*/ 228009 h 493591"/>
              <a:gd name="connsiteX20-297" fmla="*/ 251731 w 560550"/>
              <a:gd name="connsiteY20-298" fmla="*/ 26070 h 493591"/>
              <a:gd name="connsiteX21-299" fmla="*/ 255383 w 560550"/>
              <a:gd name="connsiteY21-300" fmla="*/ 19328 h 493591"/>
              <a:gd name="connsiteX22-301" fmla="*/ 281371 w 560550"/>
              <a:gd name="connsiteY22-302" fmla="*/ 127 h 493591"/>
              <a:gd name="connsiteX23-303" fmla="*/ 282090 w 560550"/>
              <a:gd name="connsiteY23-304" fmla="*/ 0 h 493591"/>
              <a:gd name="connsiteX0-305" fmla="*/ 282090 w 560550"/>
              <a:gd name="connsiteY0-306" fmla="*/ 0 h 493591"/>
              <a:gd name="connsiteX1-307" fmla="*/ 307359 w 560550"/>
              <a:gd name="connsiteY1-308" fmla="*/ 19328 h 493591"/>
              <a:gd name="connsiteX2-309" fmla="*/ 322151 w 560550"/>
              <a:gd name="connsiteY2-310" fmla="*/ 46641 h 493591"/>
              <a:gd name="connsiteX3-311" fmla="*/ 426075 w 560550"/>
              <a:gd name="connsiteY3-312" fmla="*/ 252279 h 493591"/>
              <a:gd name="connsiteX4-313" fmla="*/ 549713 w 560550"/>
              <a:gd name="connsiteY4-314" fmla="*/ 442022 h 493591"/>
              <a:gd name="connsiteX5-315" fmla="*/ 553726 w 560550"/>
              <a:gd name="connsiteY5-316" fmla="*/ 448555 h 493591"/>
              <a:gd name="connsiteX6-317" fmla="*/ 557360 w 560550"/>
              <a:gd name="connsiteY6-318" fmla="*/ 480662 h 493591"/>
              <a:gd name="connsiteX7-319" fmla="*/ 557111 w 560550"/>
              <a:gd name="connsiteY7-320" fmla="*/ 481348 h 493591"/>
              <a:gd name="connsiteX8-321" fmla="*/ 527738 w 560550"/>
              <a:gd name="connsiteY8-322" fmla="*/ 493568 h 493591"/>
              <a:gd name="connsiteX9-323" fmla="*/ 496688 w 560550"/>
              <a:gd name="connsiteY9-324" fmla="*/ 492722 h 493591"/>
              <a:gd name="connsiteX10-325" fmla="*/ 275338 w 560550"/>
              <a:gd name="connsiteY10-326" fmla="*/ 480778 h 493591"/>
              <a:gd name="connsiteX11-327" fmla="*/ 266629 w 560550"/>
              <a:gd name="connsiteY11-328" fmla="*/ 479903 h 493591"/>
              <a:gd name="connsiteX12-329" fmla="*/ 40497 w 560550"/>
              <a:gd name="connsiteY12-330" fmla="*/ 492105 h 493591"/>
              <a:gd name="connsiteX13-331" fmla="*/ 32832 w 560550"/>
              <a:gd name="connsiteY13-332" fmla="*/ 492314 h 493591"/>
              <a:gd name="connsiteX14-333" fmla="*/ 3210 w 560550"/>
              <a:gd name="connsiteY14-334" fmla="*/ 479408 h 493591"/>
              <a:gd name="connsiteX15-335" fmla="*/ 2740 w 560550"/>
              <a:gd name="connsiteY15-336" fmla="*/ 478849 h 493591"/>
              <a:gd name="connsiteX16-337" fmla="*/ 6844 w 560550"/>
              <a:gd name="connsiteY16-338" fmla="*/ 447301 h 493591"/>
              <a:gd name="connsiteX17-339" fmla="*/ 23102 w 560550"/>
              <a:gd name="connsiteY17-340" fmla="*/ 420834 h 493591"/>
              <a:gd name="connsiteX18-341" fmla="*/ 149231 w 560550"/>
              <a:gd name="connsiteY18-342" fmla="*/ 228009 h 493591"/>
              <a:gd name="connsiteX19-343" fmla="*/ 251731 w 560550"/>
              <a:gd name="connsiteY19-344" fmla="*/ 26070 h 493591"/>
              <a:gd name="connsiteX20-345" fmla="*/ 255383 w 560550"/>
              <a:gd name="connsiteY20-346" fmla="*/ 19328 h 493591"/>
              <a:gd name="connsiteX21-347" fmla="*/ 281371 w 560550"/>
              <a:gd name="connsiteY21-348" fmla="*/ 127 h 493591"/>
              <a:gd name="connsiteX22-349" fmla="*/ 282090 w 560550"/>
              <a:gd name="connsiteY22-350" fmla="*/ 0 h 493591"/>
              <a:gd name="connsiteX0-351" fmla="*/ 282090 w 560550"/>
              <a:gd name="connsiteY0-352" fmla="*/ 0 h 493591"/>
              <a:gd name="connsiteX1-353" fmla="*/ 307359 w 560550"/>
              <a:gd name="connsiteY1-354" fmla="*/ 19328 h 493591"/>
              <a:gd name="connsiteX2-355" fmla="*/ 322151 w 560550"/>
              <a:gd name="connsiteY2-356" fmla="*/ 46641 h 493591"/>
              <a:gd name="connsiteX3-357" fmla="*/ 426075 w 560550"/>
              <a:gd name="connsiteY3-358" fmla="*/ 252279 h 493591"/>
              <a:gd name="connsiteX4-359" fmla="*/ 549713 w 560550"/>
              <a:gd name="connsiteY4-360" fmla="*/ 442022 h 493591"/>
              <a:gd name="connsiteX5-361" fmla="*/ 553726 w 560550"/>
              <a:gd name="connsiteY5-362" fmla="*/ 448555 h 493591"/>
              <a:gd name="connsiteX6-363" fmla="*/ 557360 w 560550"/>
              <a:gd name="connsiteY6-364" fmla="*/ 480662 h 493591"/>
              <a:gd name="connsiteX7-365" fmla="*/ 557111 w 560550"/>
              <a:gd name="connsiteY7-366" fmla="*/ 481348 h 493591"/>
              <a:gd name="connsiteX8-367" fmla="*/ 527738 w 560550"/>
              <a:gd name="connsiteY8-368" fmla="*/ 493568 h 493591"/>
              <a:gd name="connsiteX9-369" fmla="*/ 496688 w 560550"/>
              <a:gd name="connsiteY9-370" fmla="*/ 492722 h 493591"/>
              <a:gd name="connsiteX10-371" fmla="*/ 266629 w 560550"/>
              <a:gd name="connsiteY10-372" fmla="*/ 479903 h 493591"/>
              <a:gd name="connsiteX11-373" fmla="*/ 40497 w 560550"/>
              <a:gd name="connsiteY11-374" fmla="*/ 492105 h 493591"/>
              <a:gd name="connsiteX12-375" fmla="*/ 32832 w 560550"/>
              <a:gd name="connsiteY12-376" fmla="*/ 492314 h 493591"/>
              <a:gd name="connsiteX13-377" fmla="*/ 3210 w 560550"/>
              <a:gd name="connsiteY13-378" fmla="*/ 479408 h 493591"/>
              <a:gd name="connsiteX14-379" fmla="*/ 2740 w 560550"/>
              <a:gd name="connsiteY14-380" fmla="*/ 478849 h 493591"/>
              <a:gd name="connsiteX15-381" fmla="*/ 6844 w 560550"/>
              <a:gd name="connsiteY15-382" fmla="*/ 447301 h 493591"/>
              <a:gd name="connsiteX16-383" fmla="*/ 23102 w 560550"/>
              <a:gd name="connsiteY16-384" fmla="*/ 420834 h 493591"/>
              <a:gd name="connsiteX17-385" fmla="*/ 149231 w 560550"/>
              <a:gd name="connsiteY17-386" fmla="*/ 228009 h 493591"/>
              <a:gd name="connsiteX18-387" fmla="*/ 251731 w 560550"/>
              <a:gd name="connsiteY18-388" fmla="*/ 26070 h 493591"/>
              <a:gd name="connsiteX19-389" fmla="*/ 255383 w 560550"/>
              <a:gd name="connsiteY19-390" fmla="*/ 19328 h 493591"/>
              <a:gd name="connsiteX20-391" fmla="*/ 281371 w 560550"/>
              <a:gd name="connsiteY20-392" fmla="*/ 127 h 493591"/>
              <a:gd name="connsiteX21-393" fmla="*/ 282090 w 560550"/>
              <a:gd name="connsiteY21-394" fmla="*/ 0 h 493591"/>
              <a:gd name="connsiteX0-395" fmla="*/ 282090 w 560550"/>
              <a:gd name="connsiteY0-396" fmla="*/ 0 h 493591"/>
              <a:gd name="connsiteX1-397" fmla="*/ 307359 w 560550"/>
              <a:gd name="connsiteY1-398" fmla="*/ 19328 h 493591"/>
              <a:gd name="connsiteX2-399" fmla="*/ 322151 w 560550"/>
              <a:gd name="connsiteY2-400" fmla="*/ 46641 h 493591"/>
              <a:gd name="connsiteX3-401" fmla="*/ 426075 w 560550"/>
              <a:gd name="connsiteY3-402" fmla="*/ 252279 h 493591"/>
              <a:gd name="connsiteX4-403" fmla="*/ 549713 w 560550"/>
              <a:gd name="connsiteY4-404" fmla="*/ 442022 h 493591"/>
              <a:gd name="connsiteX5-405" fmla="*/ 553726 w 560550"/>
              <a:gd name="connsiteY5-406" fmla="*/ 448555 h 493591"/>
              <a:gd name="connsiteX6-407" fmla="*/ 557360 w 560550"/>
              <a:gd name="connsiteY6-408" fmla="*/ 480662 h 493591"/>
              <a:gd name="connsiteX7-409" fmla="*/ 557111 w 560550"/>
              <a:gd name="connsiteY7-410" fmla="*/ 481348 h 493591"/>
              <a:gd name="connsiteX8-411" fmla="*/ 527738 w 560550"/>
              <a:gd name="connsiteY8-412" fmla="*/ 493568 h 493591"/>
              <a:gd name="connsiteX9-413" fmla="*/ 496688 w 560550"/>
              <a:gd name="connsiteY9-414" fmla="*/ 492722 h 493591"/>
              <a:gd name="connsiteX10-415" fmla="*/ 266629 w 560550"/>
              <a:gd name="connsiteY10-416" fmla="*/ 479903 h 493591"/>
              <a:gd name="connsiteX11-417" fmla="*/ 40497 w 560550"/>
              <a:gd name="connsiteY11-418" fmla="*/ 492105 h 493591"/>
              <a:gd name="connsiteX12-419" fmla="*/ 32832 w 560550"/>
              <a:gd name="connsiteY12-420" fmla="*/ 492314 h 493591"/>
              <a:gd name="connsiteX13-421" fmla="*/ 3210 w 560550"/>
              <a:gd name="connsiteY13-422" fmla="*/ 479408 h 493591"/>
              <a:gd name="connsiteX14-423" fmla="*/ 2740 w 560550"/>
              <a:gd name="connsiteY14-424" fmla="*/ 478849 h 493591"/>
              <a:gd name="connsiteX15-425" fmla="*/ 6844 w 560550"/>
              <a:gd name="connsiteY15-426" fmla="*/ 447301 h 493591"/>
              <a:gd name="connsiteX16-427" fmla="*/ 23102 w 560550"/>
              <a:gd name="connsiteY16-428" fmla="*/ 420834 h 493591"/>
              <a:gd name="connsiteX17-429" fmla="*/ 149231 w 560550"/>
              <a:gd name="connsiteY17-430" fmla="*/ 228009 h 493591"/>
              <a:gd name="connsiteX18-431" fmla="*/ 251731 w 560550"/>
              <a:gd name="connsiteY18-432" fmla="*/ 26070 h 493591"/>
              <a:gd name="connsiteX19-433" fmla="*/ 255383 w 560550"/>
              <a:gd name="connsiteY19-434" fmla="*/ 19328 h 493591"/>
              <a:gd name="connsiteX20-435" fmla="*/ 281371 w 560550"/>
              <a:gd name="connsiteY20-436" fmla="*/ 127 h 493591"/>
              <a:gd name="connsiteX21-437" fmla="*/ 282090 w 560550"/>
              <a:gd name="connsiteY21-438" fmla="*/ 0 h 49359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33" y="connsiteY16-34"/>
              </a:cxn>
              <a:cxn ang="0">
                <a:pos x="connsiteX17-35" y="connsiteY17-36"/>
              </a:cxn>
              <a:cxn ang="0">
                <a:pos x="connsiteX18-37" y="connsiteY18-38"/>
              </a:cxn>
              <a:cxn ang="0">
                <a:pos x="connsiteX19-39" y="connsiteY19-40"/>
              </a:cxn>
              <a:cxn ang="0">
                <a:pos x="connsiteX20-41" y="connsiteY20-42"/>
              </a:cxn>
              <a:cxn ang="0">
                <a:pos x="connsiteX21-43" y="connsiteY21-44"/>
              </a:cxn>
            </a:cxnLst>
            <a:rect l="l" t="t" r="r" b="b"/>
            <a:pathLst>
              <a:path w="560550" h="493591">
                <a:moveTo>
                  <a:pt x="282090" y="0"/>
                </a:moveTo>
                <a:cubicBezTo>
                  <a:pt x="291235" y="0"/>
                  <a:pt x="300381" y="6443"/>
                  <a:pt x="307359" y="19328"/>
                </a:cubicBezTo>
                <a:lnTo>
                  <a:pt x="322151" y="46641"/>
                </a:lnTo>
                <a:cubicBezTo>
                  <a:pt x="341937" y="85466"/>
                  <a:pt x="388148" y="186382"/>
                  <a:pt x="426075" y="252279"/>
                </a:cubicBezTo>
                <a:cubicBezTo>
                  <a:pt x="464002" y="318176"/>
                  <a:pt x="528438" y="409309"/>
                  <a:pt x="549713" y="442022"/>
                </a:cubicBezTo>
                <a:lnTo>
                  <a:pt x="553726" y="448555"/>
                </a:lnTo>
                <a:cubicBezTo>
                  <a:pt x="561598" y="461368"/>
                  <a:pt x="562451" y="472766"/>
                  <a:pt x="557360" y="480662"/>
                </a:cubicBezTo>
                <a:cubicBezTo>
                  <a:pt x="557347" y="480929"/>
                  <a:pt x="557231" y="481140"/>
                  <a:pt x="557111" y="481348"/>
                </a:cubicBezTo>
                <a:cubicBezTo>
                  <a:pt x="552538" y="489268"/>
                  <a:pt x="542386" y="493968"/>
                  <a:pt x="527738" y="493568"/>
                </a:cubicBezTo>
                <a:lnTo>
                  <a:pt x="496688" y="492722"/>
                </a:lnTo>
                <a:cubicBezTo>
                  <a:pt x="453170" y="490445"/>
                  <a:pt x="342661" y="480006"/>
                  <a:pt x="266629" y="479903"/>
                </a:cubicBezTo>
                <a:cubicBezTo>
                  <a:pt x="190597" y="479800"/>
                  <a:pt x="79463" y="490037"/>
                  <a:pt x="40497" y="492105"/>
                </a:cubicBezTo>
                <a:lnTo>
                  <a:pt x="32832" y="492314"/>
                </a:lnTo>
                <a:cubicBezTo>
                  <a:pt x="17800" y="492724"/>
                  <a:pt x="7502" y="487764"/>
                  <a:pt x="3210" y="479408"/>
                </a:cubicBezTo>
                <a:cubicBezTo>
                  <a:pt x="2985" y="479262"/>
                  <a:pt x="2860" y="479056"/>
                  <a:pt x="2740" y="478849"/>
                </a:cubicBezTo>
                <a:cubicBezTo>
                  <a:pt x="-1833" y="470928"/>
                  <a:pt x="-826" y="459787"/>
                  <a:pt x="6844" y="447301"/>
                </a:cubicBezTo>
                <a:lnTo>
                  <a:pt x="23102" y="420834"/>
                </a:lnTo>
                <a:cubicBezTo>
                  <a:pt x="46833" y="384285"/>
                  <a:pt x="111126" y="293803"/>
                  <a:pt x="149231" y="228009"/>
                </a:cubicBezTo>
                <a:cubicBezTo>
                  <a:pt x="187336" y="162215"/>
                  <a:pt x="234039" y="60850"/>
                  <a:pt x="251731" y="26070"/>
                </a:cubicBezTo>
                <a:lnTo>
                  <a:pt x="255383" y="19328"/>
                </a:lnTo>
                <a:cubicBezTo>
                  <a:pt x="262543" y="6104"/>
                  <a:pt x="271988" y="-334"/>
                  <a:pt x="281371" y="127"/>
                </a:cubicBezTo>
                <a:cubicBezTo>
                  <a:pt x="281609" y="5"/>
                  <a:pt x="281850" y="0"/>
                  <a:pt x="28209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zh-CN" altLang="en-US">
              <a:solidFill>
                <a:srgbClr val="FFFFFF"/>
              </a:solidFill>
              <a:latin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13" name="KSO_Shape"/>
          <p:cNvSpPr/>
          <p:nvPr>
            <p:custDataLst>
              <p:tags r:id="rId11"/>
            </p:custDataLst>
          </p:nvPr>
        </p:nvSpPr>
        <p:spPr>
          <a:xfrm rot="11738950">
            <a:off x="10777538" y="2560638"/>
            <a:ext cx="314325" cy="276225"/>
          </a:xfrm>
          <a:custGeom>
            <a:avLst/>
            <a:gdLst>
              <a:gd name="connsiteX0" fmla="*/ 282090 w 560550"/>
              <a:gd name="connsiteY0" fmla="*/ 0 h 493591"/>
              <a:gd name="connsiteX1" fmla="*/ 307359 w 560550"/>
              <a:gd name="connsiteY1" fmla="*/ 19328 h 493591"/>
              <a:gd name="connsiteX2" fmla="*/ 322151 w 560550"/>
              <a:gd name="connsiteY2" fmla="*/ 46641 h 493591"/>
              <a:gd name="connsiteX3" fmla="*/ 422483 w 560550"/>
              <a:gd name="connsiteY3" fmla="*/ 244308 h 493591"/>
              <a:gd name="connsiteX4" fmla="*/ 421839 w 560550"/>
              <a:gd name="connsiteY4" fmla="*/ 243943 h 493591"/>
              <a:gd name="connsiteX5" fmla="*/ 426075 w 560550"/>
              <a:gd name="connsiteY5" fmla="*/ 252279 h 493591"/>
              <a:gd name="connsiteX6" fmla="*/ 549713 w 560550"/>
              <a:gd name="connsiteY6" fmla="*/ 442022 h 493591"/>
              <a:gd name="connsiteX7" fmla="*/ 553726 w 560550"/>
              <a:gd name="connsiteY7" fmla="*/ 448555 h 493591"/>
              <a:gd name="connsiteX8" fmla="*/ 557360 w 560550"/>
              <a:gd name="connsiteY8" fmla="*/ 480662 h 493591"/>
              <a:gd name="connsiteX9" fmla="*/ 557111 w 560550"/>
              <a:gd name="connsiteY9" fmla="*/ 481348 h 493591"/>
              <a:gd name="connsiteX10" fmla="*/ 527738 w 560550"/>
              <a:gd name="connsiteY10" fmla="*/ 493568 h 493591"/>
              <a:gd name="connsiteX11" fmla="*/ 496688 w 560550"/>
              <a:gd name="connsiteY11" fmla="*/ 492722 h 493591"/>
              <a:gd name="connsiteX12" fmla="*/ 275338 w 560550"/>
              <a:gd name="connsiteY12" fmla="*/ 480778 h 493591"/>
              <a:gd name="connsiteX13" fmla="*/ 275975 w 560550"/>
              <a:gd name="connsiteY13" fmla="*/ 480403 h 493591"/>
              <a:gd name="connsiteX14" fmla="*/ 266629 w 560550"/>
              <a:gd name="connsiteY14" fmla="*/ 479903 h 493591"/>
              <a:gd name="connsiteX15" fmla="*/ 40497 w 560550"/>
              <a:gd name="connsiteY15" fmla="*/ 492105 h 493591"/>
              <a:gd name="connsiteX16" fmla="*/ 32832 w 560550"/>
              <a:gd name="connsiteY16" fmla="*/ 492314 h 493591"/>
              <a:gd name="connsiteX17" fmla="*/ 3210 w 560550"/>
              <a:gd name="connsiteY17" fmla="*/ 479408 h 493591"/>
              <a:gd name="connsiteX18" fmla="*/ 2740 w 560550"/>
              <a:gd name="connsiteY18" fmla="*/ 478849 h 493591"/>
              <a:gd name="connsiteX19" fmla="*/ 6844 w 560550"/>
              <a:gd name="connsiteY19" fmla="*/ 447301 h 493591"/>
              <a:gd name="connsiteX20" fmla="*/ 23102 w 560550"/>
              <a:gd name="connsiteY20" fmla="*/ 420834 h 493591"/>
              <a:gd name="connsiteX21" fmla="*/ 144121 w 560550"/>
              <a:gd name="connsiteY21" fmla="*/ 235111 h 493591"/>
              <a:gd name="connsiteX22" fmla="*/ 144127 w 560550"/>
              <a:gd name="connsiteY22" fmla="*/ 235851 h 493591"/>
              <a:gd name="connsiteX23" fmla="*/ 149231 w 560550"/>
              <a:gd name="connsiteY23" fmla="*/ 228009 h 493591"/>
              <a:gd name="connsiteX24" fmla="*/ 251731 w 560550"/>
              <a:gd name="connsiteY24" fmla="*/ 26070 h 493591"/>
              <a:gd name="connsiteX25" fmla="*/ 255383 w 560550"/>
              <a:gd name="connsiteY25" fmla="*/ 19328 h 493591"/>
              <a:gd name="connsiteX26" fmla="*/ 281371 w 560550"/>
              <a:gd name="connsiteY26" fmla="*/ 127 h 493591"/>
              <a:gd name="connsiteX27" fmla="*/ 282090 w 560550"/>
              <a:gd name="connsiteY27" fmla="*/ 0 h 493591"/>
              <a:gd name="connsiteX0-1" fmla="*/ 282090 w 560550"/>
              <a:gd name="connsiteY0-2" fmla="*/ 0 h 493591"/>
              <a:gd name="connsiteX1-3" fmla="*/ 307359 w 560550"/>
              <a:gd name="connsiteY1-4" fmla="*/ 19328 h 493591"/>
              <a:gd name="connsiteX2-5" fmla="*/ 322151 w 560550"/>
              <a:gd name="connsiteY2-6" fmla="*/ 46641 h 493591"/>
              <a:gd name="connsiteX3-7" fmla="*/ 422483 w 560550"/>
              <a:gd name="connsiteY3-8" fmla="*/ 244308 h 493591"/>
              <a:gd name="connsiteX4-9" fmla="*/ 426075 w 560550"/>
              <a:gd name="connsiteY4-10" fmla="*/ 252279 h 493591"/>
              <a:gd name="connsiteX5-11" fmla="*/ 549713 w 560550"/>
              <a:gd name="connsiteY5-12" fmla="*/ 442022 h 493591"/>
              <a:gd name="connsiteX6-13" fmla="*/ 553726 w 560550"/>
              <a:gd name="connsiteY6-14" fmla="*/ 448555 h 493591"/>
              <a:gd name="connsiteX7-15" fmla="*/ 557360 w 560550"/>
              <a:gd name="connsiteY7-16" fmla="*/ 480662 h 493591"/>
              <a:gd name="connsiteX8-17" fmla="*/ 557111 w 560550"/>
              <a:gd name="connsiteY8-18" fmla="*/ 481348 h 493591"/>
              <a:gd name="connsiteX9-19" fmla="*/ 527738 w 560550"/>
              <a:gd name="connsiteY9-20" fmla="*/ 493568 h 493591"/>
              <a:gd name="connsiteX10-21" fmla="*/ 496688 w 560550"/>
              <a:gd name="connsiteY10-22" fmla="*/ 492722 h 493591"/>
              <a:gd name="connsiteX11-23" fmla="*/ 275338 w 560550"/>
              <a:gd name="connsiteY11-24" fmla="*/ 480778 h 493591"/>
              <a:gd name="connsiteX12-25" fmla="*/ 275975 w 560550"/>
              <a:gd name="connsiteY12-26" fmla="*/ 480403 h 493591"/>
              <a:gd name="connsiteX13-27" fmla="*/ 266629 w 560550"/>
              <a:gd name="connsiteY13-28" fmla="*/ 479903 h 493591"/>
              <a:gd name="connsiteX14-29" fmla="*/ 40497 w 560550"/>
              <a:gd name="connsiteY14-30" fmla="*/ 492105 h 493591"/>
              <a:gd name="connsiteX15-31" fmla="*/ 32832 w 560550"/>
              <a:gd name="connsiteY15-32" fmla="*/ 492314 h 493591"/>
              <a:gd name="connsiteX16-33" fmla="*/ 3210 w 560550"/>
              <a:gd name="connsiteY16-34" fmla="*/ 479408 h 493591"/>
              <a:gd name="connsiteX17-35" fmla="*/ 2740 w 560550"/>
              <a:gd name="connsiteY17-36" fmla="*/ 478849 h 493591"/>
              <a:gd name="connsiteX18-37" fmla="*/ 6844 w 560550"/>
              <a:gd name="connsiteY18-38" fmla="*/ 447301 h 493591"/>
              <a:gd name="connsiteX19-39" fmla="*/ 23102 w 560550"/>
              <a:gd name="connsiteY19-40" fmla="*/ 420834 h 493591"/>
              <a:gd name="connsiteX20-41" fmla="*/ 144121 w 560550"/>
              <a:gd name="connsiteY20-42" fmla="*/ 235111 h 493591"/>
              <a:gd name="connsiteX21-43" fmla="*/ 144127 w 560550"/>
              <a:gd name="connsiteY21-44" fmla="*/ 235851 h 493591"/>
              <a:gd name="connsiteX22-45" fmla="*/ 149231 w 560550"/>
              <a:gd name="connsiteY22-46" fmla="*/ 228009 h 493591"/>
              <a:gd name="connsiteX23-47" fmla="*/ 251731 w 560550"/>
              <a:gd name="connsiteY23-48" fmla="*/ 26070 h 493591"/>
              <a:gd name="connsiteX24-49" fmla="*/ 255383 w 560550"/>
              <a:gd name="connsiteY24-50" fmla="*/ 19328 h 493591"/>
              <a:gd name="connsiteX25-51" fmla="*/ 281371 w 560550"/>
              <a:gd name="connsiteY25-52" fmla="*/ 127 h 493591"/>
              <a:gd name="connsiteX26-53" fmla="*/ 282090 w 560550"/>
              <a:gd name="connsiteY26-54" fmla="*/ 0 h 493591"/>
              <a:gd name="connsiteX0-55" fmla="*/ 282090 w 560550"/>
              <a:gd name="connsiteY0-56" fmla="*/ 0 h 493591"/>
              <a:gd name="connsiteX1-57" fmla="*/ 307359 w 560550"/>
              <a:gd name="connsiteY1-58" fmla="*/ 19328 h 493591"/>
              <a:gd name="connsiteX2-59" fmla="*/ 322151 w 560550"/>
              <a:gd name="connsiteY2-60" fmla="*/ 46641 h 493591"/>
              <a:gd name="connsiteX3-61" fmla="*/ 426075 w 560550"/>
              <a:gd name="connsiteY3-62" fmla="*/ 252279 h 493591"/>
              <a:gd name="connsiteX4-63" fmla="*/ 549713 w 560550"/>
              <a:gd name="connsiteY4-64" fmla="*/ 442022 h 493591"/>
              <a:gd name="connsiteX5-65" fmla="*/ 553726 w 560550"/>
              <a:gd name="connsiteY5-66" fmla="*/ 448555 h 493591"/>
              <a:gd name="connsiteX6-67" fmla="*/ 557360 w 560550"/>
              <a:gd name="connsiteY6-68" fmla="*/ 480662 h 493591"/>
              <a:gd name="connsiteX7-69" fmla="*/ 557111 w 560550"/>
              <a:gd name="connsiteY7-70" fmla="*/ 481348 h 493591"/>
              <a:gd name="connsiteX8-71" fmla="*/ 527738 w 560550"/>
              <a:gd name="connsiteY8-72" fmla="*/ 493568 h 493591"/>
              <a:gd name="connsiteX9-73" fmla="*/ 496688 w 560550"/>
              <a:gd name="connsiteY9-74" fmla="*/ 492722 h 493591"/>
              <a:gd name="connsiteX10-75" fmla="*/ 275338 w 560550"/>
              <a:gd name="connsiteY10-76" fmla="*/ 480778 h 493591"/>
              <a:gd name="connsiteX11-77" fmla="*/ 275975 w 560550"/>
              <a:gd name="connsiteY11-78" fmla="*/ 480403 h 493591"/>
              <a:gd name="connsiteX12-79" fmla="*/ 266629 w 560550"/>
              <a:gd name="connsiteY12-80" fmla="*/ 479903 h 493591"/>
              <a:gd name="connsiteX13-81" fmla="*/ 40497 w 560550"/>
              <a:gd name="connsiteY13-82" fmla="*/ 492105 h 493591"/>
              <a:gd name="connsiteX14-83" fmla="*/ 32832 w 560550"/>
              <a:gd name="connsiteY14-84" fmla="*/ 492314 h 493591"/>
              <a:gd name="connsiteX15-85" fmla="*/ 3210 w 560550"/>
              <a:gd name="connsiteY15-86" fmla="*/ 479408 h 493591"/>
              <a:gd name="connsiteX16-87" fmla="*/ 2740 w 560550"/>
              <a:gd name="connsiteY16-88" fmla="*/ 478849 h 493591"/>
              <a:gd name="connsiteX17-89" fmla="*/ 6844 w 560550"/>
              <a:gd name="connsiteY17-90" fmla="*/ 447301 h 493591"/>
              <a:gd name="connsiteX18-91" fmla="*/ 23102 w 560550"/>
              <a:gd name="connsiteY18-92" fmla="*/ 420834 h 493591"/>
              <a:gd name="connsiteX19-93" fmla="*/ 144121 w 560550"/>
              <a:gd name="connsiteY19-94" fmla="*/ 235111 h 493591"/>
              <a:gd name="connsiteX20-95" fmla="*/ 144127 w 560550"/>
              <a:gd name="connsiteY20-96" fmla="*/ 235851 h 493591"/>
              <a:gd name="connsiteX21-97" fmla="*/ 149231 w 560550"/>
              <a:gd name="connsiteY21-98" fmla="*/ 228009 h 493591"/>
              <a:gd name="connsiteX22-99" fmla="*/ 251731 w 560550"/>
              <a:gd name="connsiteY22-100" fmla="*/ 26070 h 493591"/>
              <a:gd name="connsiteX23-101" fmla="*/ 255383 w 560550"/>
              <a:gd name="connsiteY23-102" fmla="*/ 19328 h 493591"/>
              <a:gd name="connsiteX24-103" fmla="*/ 281371 w 560550"/>
              <a:gd name="connsiteY24-104" fmla="*/ 127 h 493591"/>
              <a:gd name="connsiteX25-105" fmla="*/ 282090 w 560550"/>
              <a:gd name="connsiteY25-106" fmla="*/ 0 h 493591"/>
              <a:gd name="connsiteX0-107" fmla="*/ 282090 w 560550"/>
              <a:gd name="connsiteY0-108" fmla="*/ 0 h 493591"/>
              <a:gd name="connsiteX1-109" fmla="*/ 307359 w 560550"/>
              <a:gd name="connsiteY1-110" fmla="*/ 19328 h 493591"/>
              <a:gd name="connsiteX2-111" fmla="*/ 322151 w 560550"/>
              <a:gd name="connsiteY2-112" fmla="*/ 46641 h 493591"/>
              <a:gd name="connsiteX3-113" fmla="*/ 426075 w 560550"/>
              <a:gd name="connsiteY3-114" fmla="*/ 252279 h 493591"/>
              <a:gd name="connsiteX4-115" fmla="*/ 549713 w 560550"/>
              <a:gd name="connsiteY4-116" fmla="*/ 442022 h 493591"/>
              <a:gd name="connsiteX5-117" fmla="*/ 553726 w 560550"/>
              <a:gd name="connsiteY5-118" fmla="*/ 448555 h 493591"/>
              <a:gd name="connsiteX6-119" fmla="*/ 557360 w 560550"/>
              <a:gd name="connsiteY6-120" fmla="*/ 480662 h 493591"/>
              <a:gd name="connsiteX7-121" fmla="*/ 557111 w 560550"/>
              <a:gd name="connsiteY7-122" fmla="*/ 481348 h 493591"/>
              <a:gd name="connsiteX8-123" fmla="*/ 527738 w 560550"/>
              <a:gd name="connsiteY8-124" fmla="*/ 493568 h 493591"/>
              <a:gd name="connsiteX9-125" fmla="*/ 496688 w 560550"/>
              <a:gd name="connsiteY9-126" fmla="*/ 492722 h 493591"/>
              <a:gd name="connsiteX10-127" fmla="*/ 275338 w 560550"/>
              <a:gd name="connsiteY10-128" fmla="*/ 480778 h 493591"/>
              <a:gd name="connsiteX11-129" fmla="*/ 275975 w 560550"/>
              <a:gd name="connsiteY11-130" fmla="*/ 480403 h 493591"/>
              <a:gd name="connsiteX12-131" fmla="*/ 266629 w 560550"/>
              <a:gd name="connsiteY12-132" fmla="*/ 479903 h 493591"/>
              <a:gd name="connsiteX13-133" fmla="*/ 40497 w 560550"/>
              <a:gd name="connsiteY13-134" fmla="*/ 492105 h 493591"/>
              <a:gd name="connsiteX14-135" fmla="*/ 32832 w 560550"/>
              <a:gd name="connsiteY14-136" fmla="*/ 492314 h 493591"/>
              <a:gd name="connsiteX15-137" fmla="*/ 3210 w 560550"/>
              <a:gd name="connsiteY15-138" fmla="*/ 479408 h 493591"/>
              <a:gd name="connsiteX16-139" fmla="*/ 2740 w 560550"/>
              <a:gd name="connsiteY16-140" fmla="*/ 478849 h 493591"/>
              <a:gd name="connsiteX17-141" fmla="*/ 6844 w 560550"/>
              <a:gd name="connsiteY17-142" fmla="*/ 447301 h 493591"/>
              <a:gd name="connsiteX18-143" fmla="*/ 23102 w 560550"/>
              <a:gd name="connsiteY18-144" fmla="*/ 420834 h 493591"/>
              <a:gd name="connsiteX19-145" fmla="*/ 144121 w 560550"/>
              <a:gd name="connsiteY19-146" fmla="*/ 235111 h 493591"/>
              <a:gd name="connsiteX20-147" fmla="*/ 144127 w 560550"/>
              <a:gd name="connsiteY20-148" fmla="*/ 235851 h 493591"/>
              <a:gd name="connsiteX21-149" fmla="*/ 149231 w 560550"/>
              <a:gd name="connsiteY21-150" fmla="*/ 228009 h 493591"/>
              <a:gd name="connsiteX22-151" fmla="*/ 251731 w 560550"/>
              <a:gd name="connsiteY22-152" fmla="*/ 26070 h 493591"/>
              <a:gd name="connsiteX23-153" fmla="*/ 255383 w 560550"/>
              <a:gd name="connsiteY23-154" fmla="*/ 19328 h 493591"/>
              <a:gd name="connsiteX24-155" fmla="*/ 281371 w 560550"/>
              <a:gd name="connsiteY24-156" fmla="*/ 127 h 493591"/>
              <a:gd name="connsiteX25-157" fmla="*/ 282090 w 560550"/>
              <a:gd name="connsiteY25-158" fmla="*/ 0 h 493591"/>
              <a:gd name="connsiteX0-159" fmla="*/ 282090 w 560550"/>
              <a:gd name="connsiteY0-160" fmla="*/ 0 h 493591"/>
              <a:gd name="connsiteX1-161" fmla="*/ 307359 w 560550"/>
              <a:gd name="connsiteY1-162" fmla="*/ 19328 h 493591"/>
              <a:gd name="connsiteX2-163" fmla="*/ 322151 w 560550"/>
              <a:gd name="connsiteY2-164" fmla="*/ 46641 h 493591"/>
              <a:gd name="connsiteX3-165" fmla="*/ 426075 w 560550"/>
              <a:gd name="connsiteY3-166" fmla="*/ 252279 h 493591"/>
              <a:gd name="connsiteX4-167" fmla="*/ 549713 w 560550"/>
              <a:gd name="connsiteY4-168" fmla="*/ 442022 h 493591"/>
              <a:gd name="connsiteX5-169" fmla="*/ 553726 w 560550"/>
              <a:gd name="connsiteY5-170" fmla="*/ 448555 h 493591"/>
              <a:gd name="connsiteX6-171" fmla="*/ 557360 w 560550"/>
              <a:gd name="connsiteY6-172" fmla="*/ 480662 h 493591"/>
              <a:gd name="connsiteX7-173" fmla="*/ 557111 w 560550"/>
              <a:gd name="connsiteY7-174" fmla="*/ 481348 h 493591"/>
              <a:gd name="connsiteX8-175" fmla="*/ 527738 w 560550"/>
              <a:gd name="connsiteY8-176" fmla="*/ 493568 h 493591"/>
              <a:gd name="connsiteX9-177" fmla="*/ 496688 w 560550"/>
              <a:gd name="connsiteY9-178" fmla="*/ 492722 h 493591"/>
              <a:gd name="connsiteX10-179" fmla="*/ 275338 w 560550"/>
              <a:gd name="connsiteY10-180" fmla="*/ 480778 h 493591"/>
              <a:gd name="connsiteX11-181" fmla="*/ 275975 w 560550"/>
              <a:gd name="connsiteY11-182" fmla="*/ 480403 h 493591"/>
              <a:gd name="connsiteX12-183" fmla="*/ 266629 w 560550"/>
              <a:gd name="connsiteY12-184" fmla="*/ 479903 h 493591"/>
              <a:gd name="connsiteX13-185" fmla="*/ 40497 w 560550"/>
              <a:gd name="connsiteY13-186" fmla="*/ 492105 h 493591"/>
              <a:gd name="connsiteX14-187" fmla="*/ 32832 w 560550"/>
              <a:gd name="connsiteY14-188" fmla="*/ 492314 h 493591"/>
              <a:gd name="connsiteX15-189" fmla="*/ 3210 w 560550"/>
              <a:gd name="connsiteY15-190" fmla="*/ 479408 h 493591"/>
              <a:gd name="connsiteX16-191" fmla="*/ 2740 w 560550"/>
              <a:gd name="connsiteY16-192" fmla="*/ 478849 h 493591"/>
              <a:gd name="connsiteX17-193" fmla="*/ 6844 w 560550"/>
              <a:gd name="connsiteY17-194" fmla="*/ 447301 h 493591"/>
              <a:gd name="connsiteX18-195" fmla="*/ 23102 w 560550"/>
              <a:gd name="connsiteY18-196" fmla="*/ 420834 h 493591"/>
              <a:gd name="connsiteX19-197" fmla="*/ 144121 w 560550"/>
              <a:gd name="connsiteY19-198" fmla="*/ 235111 h 493591"/>
              <a:gd name="connsiteX20-199" fmla="*/ 149231 w 560550"/>
              <a:gd name="connsiteY20-200" fmla="*/ 228009 h 493591"/>
              <a:gd name="connsiteX21-201" fmla="*/ 251731 w 560550"/>
              <a:gd name="connsiteY21-202" fmla="*/ 26070 h 493591"/>
              <a:gd name="connsiteX22-203" fmla="*/ 255383 w 560550"/>
              <a:gd name="connsiteY22-204" fmla="*/ 19328 h 493591"/>
              <a:gd name="connsiteX23-205" fmla="*/ 281371 w 560550"/>
              <a:gd name="connsiteY23-206" fmla="*/ 127 h 493591"/>
              <a:gd name="connsiteX24-207" fmla="*/ 282090 w 560550"/>
              <a:gd name="connsiteY24-208" fmla="*/ 0 h 493591"/>
              <a:gd name="connsiteX0-209" fmla="*/ 282090 w 560550"/>
              <a:gd name="connsiteY0-210" fmla="*/ 0 h 493591"/>
              <a:gd name="connsiteX1-211" fmla="*/ 307359 w 560550"/>
              <a:gd name="connsiteY1-212" fmla="*/ 19328 h 493591"/>
              <a:gd name="connsiteX2-213" fmla="*/ 322151 w 560550"/>
              <a:gd name="connsiteY2-214" fmla="*/ 46641 h 493591"/>
              <a:gd name="connsiteX3-215" fmla="*/ 426075 w 560550"/>
              <a:gd name="connsiteY3-216" fmla="*/ 252279 h 493591"/>
              <a:gd name="connsiteX4-217" fmla="*/ 549713 w 560550"/>
              <a:gd name="connsiteY4-218" fmla="*/ 442022 h 493591"/>
              <a:gd name="connsiteX5-219" fmla="*/ 553726 w 560550"/>
              <a:gd name="connsiteY5-220" fmla="*/ 448555 h 493591"/>
              <a:gd name="connsiteX6-221" fmla="*/ 557360 w 560550"/>
              <a:gd name="connsiteY6-222" fmla="*/ 480662 h 493591"/>
              <a:gd name="connsiteX7-223" fmla="*/ 557111 w 560550"/>
              <a:gd name="connsiteY7-224" fmla="*/ 481348 h 493591"/>
              <a:gd name="connsiteX8-225" fmla="*/ 527738 w 560550"/>
              <a:gd name="connsiteY8-226" fmla="*/ 493568 h 493591"/>
              <a:gd name="connsiteX9-227" fmla="*/ 496688 w 560550"/>
              <a:gd name="connsiteY9-228" fmla="*/ 492722 h 493591"/>
              <a:gd name="connsiteX10-229" fmla="*/ 275338 w 560550"/>
              <a:gd name="connsiteY10-230" fmla="*/ 480778 h 493591"/>
              <a:gd name="connsiteX11-231" fmla="*/ 275975 w 560550"/>
              <a:gd name="connsiteY11-232" fmla="*/ 480403 h 493591"/>
              <a:gd name="connsiteX12-233" fmla="*/ 266629 w 560550"/>
              <a:gd name="connsiteY12-234" fmla="*/ 479903 h 493591"/>
              <a:gd name="connsiteX13-235" fmla="*/ 40497 w 560550"/>
              <a:gd name="connsiteY13-236" fmla="*/ 492105 h 493591"/>
              <a:gd name="connsiteX14-237" fmla="*/ 32832 w 560550"/>
              <a:gd name="connsiteY14-238" fmla="*/ 492314 h 493591"/>
              <a:gd name="connsiteX15-239" fmla="*/ 3210 w 560550"/>
              <a:gd name="connsiteY15-240" fmla="*/ 479408 h 493591"/>
              <a:gd name="connsiteX16-241" fmla="*/ 2740 w 560550"/>
              <a:gd name="connsiteY16-242" fmla="*/ 478849 h 493591"/>
              <a:gd name="connsiteX17-243" fmla="*/ 6844 w 560550"/>
              <a:gd name="connsiteY17-244" fmla="*/ 447301 h 493591"/>
              <a:gd name="connsiteX18-245" fmla="*/ 23102 w 560550"/>
              <a:gd name="connsiteY18-246" fmla="*/ 420834 h 493591"/>
              <a:gd name="connsiteX19-247" fmla="*/ 149231 w 560550"/>
              <a:gd name="connsiteY19-248" fmla="*/ 228009 h 493591"/>
              <a:gd name="connsiteX20-249" fmla="*/ 251731 w 560550"/>
              <a:gd name="connsiteY20-250" fmla="*/ 26070 h 493591"/>
              <a:gd name="connsiteX21-251" fmla="*/ 255383 w 560550"/>
              <a:gd name="connsiteY21-252" fmla="*/ 19328 h 493591"/>
              <a:gd name="connsiteX22-253" fmla="*/ 281371 w 560550"/>
              <a:gd name="connsiteY22-254" fmla="*/ 127 h 493591"/>
              <a:gd name="connsiteX23-255" fmla="*/ 282090 w 560550"/>
              <a:gd name="connsiteY23-256" fmla="*/ 0 h 493591"/>
              <a:gd name="connsiteX0-257" fmla="*/ 282090 w 560550"/>
              <a:gd name="connsiteY0-258" fmla="*/ 0 h 493591"/>
              <a:gd name="connsiteX1-259" fmla="*/ 307359 w 560550"/>
              <a:gd name="connsiteY1-260" fmla="*/ 19328 h 493591"/>
              <a:gd name="connsiteX2-261" fmla="*/ 322151 w 560550"/>
              <a:gd name="connsiteY2-262" fmla="*/ 46641 h 493591"/>
              <a:gd name="connsiteX3-263" fmla="*/ 426075 w 560550"/>
              <a:gd name="connsiteY3-264" fmla="*/ 252279 h 493591"/>
              <a:gd name="connsiteX4-265" fmla="*/ 549713 w 560550"/>
              <a:gd name="connsiteY4-266" fmla="*/ 442022 h 493591"/>
              <a:gd name="connsiteX5-267" fmla="*/ 553726 w 560550"/>
              <a:gd name="connsiteY5-268" fmla="*/ 448555 h 493591"/>
              <a:gd name="connsiteX6-269" fmla="*/ 557360 w 560550"/>
              <a:gd name="connsiteY6-270" fmla="*/ 480662 h 493591"/>
              <a:gd name="connsiteX7-271" fmla="*/ 557111 w 560550"/>
              <a:gd name="connsiteY7-272" fmla="*/ 481348 h 493591"/>
              <a:gd name="connsiteX8-273" fmla="*/ 527738 w 560550"/>
              <a:gd name="connsiteY8-274" fmla="*/ 493568 h 493591"/>
              <a:gd name="connsiteX9-275" fmla="*/ 496688 w 560550"/>
              <a:gd name="connsiteY9-276" fmla="*/ 492722 h 493591"/>
              <a:gd name="connsiteX10-277" fmla="*/ 275338 w 560550"/>
              <a:gd name="connsiteY10-278" fmla="*/ 480778 h 493591"/>
              <a:gd name="connsiteX11-279" fmla="*/ 275975 w 560550"/>
              <a:gd name="connsiteY11-280" fmla="*/ 480403 h 493591"/>
              <a:gd name="connsiteX12-281" fmla="*/ 266629 w 560550"/>
              <a:gd name="connsiteY12-282" fmla="*/ 479903 h 493591"/>
              <a:gd name="connsiteX13-283" fmla="*/ 40497 w 560550"/>
              <a:gd name="connsiteY13-284" fmla="*/ 492105 h 493591"/>
              <a:gd name="connsiteX14-285" fmla="*/ 32832 w 560550"/>
              <a:gd name="connsiteY14-286" fmla="*/ 492314 h 493591"/>
              <a:gd name="connsiteX15-287" fmla="*/ 3210 w 560550"/>
              <a:gd name="connsiteY15-288" fmla="*/ 479408 h 493591"/>
              <a:gd name="connsiteX16-289" fmla="*/ 2740 w 560550"/>
              <a:gd name="connsiteY16-290" fmla="*/ 478849 h 493591"/>
              <a:gd name="connsiteX17-291" fmla="*/ 6844 w 560550"/>
              <a:gd name="connsiteY17-292" fmla="*/ 447301 h 493591"/>
              <a:gd name="connsiteX18-293" fmla="*/ 23102 w 560550"/>
              <a:gd name="connsiteY18-294" fmla="*/ 420834 h 493591"/>
              <a:gd name="connsiteX19-295" fmla="*/ 149231 w 560550"/>
              <a:gd name="connsiteY19-296" fmla="*/ 228009 h 493591"/>
              <a:gd name="connsiteX20-297" fmla="*/ 251731 w 560550"/>
              <a:gd name="connsiteY20-298" fmla="*/ 26070 h 493591"/>
              <a:gd name="connsiteX21-299" fmla="*/ 255383 w 560550"/>
              <a:gd name="connsiteY21-300" fmla="*/ 19328 h 493591"/>
              <a:gd name="connsiteX22-301" fmla="*/ 281371 w 560550"/>
              <a:gd name="connsiteY22-302" fmla="*/ 127 h 493591"/>
              <a:gd name="connsiteX23-303" fmla="*/ 282090 w 560550"/>
              <a:gd name="connsiteY23-304" fmla="*/ 0 h 493591"/>
              <a:gd name="connsiteX0-305" fmla="*/ 282090 w 560550"/>
              <a:gd name="connsiteY0-306" fmla="*/ 0 h 493591"/>
              <a:gd name="connsiteX1-307" fmla="*/ 307359 w 560550"/>
              <a:gd name="connsiteY1-308" fmla="*/ 19328 h 493591"/>
              <a:gd name="connsiteX2-309" fmla="*/ 322151 w 560550"/>
              <a:gd name="connsiteY2-310" fmla="*/ 46641 h 493591"/>
              <a:gd name="connsiteX3-311" fmla="*/ 426075 w 560550"/>
              <a:gd name="connsiteY3-312" fmla="*/ 252279 h 493591"/>
              <a:gd name="connsiteX4-313" fmla="*/ 549713 w 560550"/>
              <a:gd name="connsiteY4-314" fmla="*/ 442022 h 493591"/>
              <a:gd name="connsiteX5-315" fmla="*/ 553726 w 560550"/>
              <a:gd name="connsiteY5-316" fmla="*/ 448555 h 493591"/>
              <a:gd name="connsiteX6-317" fmla="*/ 557360 w 560550"/>
              <a:gd name="connsiteY6-318" fmla="*/ 480662 h 493591"/>
              <a:gd name="connsiteX7-319" fmla="*/ 557111 w 560550"/>
              <a:gd name="connsiteY7-320" fmla="*/ 481348 h 493591"/>
              <a:gd name="connsiteX8-321" fmla="*/ 527738 w 560550"/>
              <a:gd name="connsiteY8-322" fmla="*/ 493568 h 493591"/>
              <a:gd name="connsiteX9-323" fmla="*/ 496688 w 560550"/>
              <a:gd name="connsiteY9-324" fmla="*/ 492722 h 493591"/>
              <a:gd name="connsiteX10-325" fmla="*/ 275338 w 560550"/>
              <a:gd name="connsiteY10-326" fmla="*/ 480778 h 493591"/>
              <a:gd name="connsiteX11-327" fmla="*/ 266629 w 560550"/>
              <a:gd name="connsiteY11-328" fmla="*/ 479903 h 493591"/>
              <a:gd name="connsiteX12-329" fmla="*/ 40497 w 560550"/>
              <a:gd name="connsiteY12-330" fmla="*/ 492105 h 493591"/>
              <a:gd name="connsiteX13-331" fmla="*/ 32832 w 560550"/>
              <a:gd name="connsiteY13-332" fmla="*/ 492314 h 493591"/>
              <a:gd name="connsiteX14-333" fmla="*/ 3210 w 560550"/>
              <a:gd name="connsiteY14-334" fmla="*/ 479408 h 493591"/>
              <a:gd name="connsiteX15-335" fmla="*/ 2740 w 560550"/>
              <a:gd name="connsiteY15-336" fmla="*/ 478849 h 493591"/>
              <a:gd name="connsiteX16-337" fmla="*/ 6844 w 560550"/>
              <a:gd name="connsiteY16-338" fmla="*/ 447301 h 493591"/>
              <a:gd name="connsiteX17-339" fmla="*/ 23102 w 560550"/>
              <a:gd name="connsiteY17-340" fmla="*/ 420834 h 493591"/>
              <a:gd name="connsiteX18-341" fmla="*/ 149231 w 560550"/>
              <a:gd name="connsiteY18-342" fmla="*/ 228009 h 493591"/>
              <a:gd name="connsiteX19-343" fmla="*/ 251731 w 560550"/>
              <a:gd name="connsiteY19-344" fmla="*/ 26070 h 493591"/>
              <a:gd name="connsiteX20-345" fmla="*/ 255383 w 560550"/>
              <a:gd name="connsiteY20-346" fmla="*/ 19328 h 493591"/>
              <a:gd name="connsiteX21-347" fmla="*/ 281371 w 560550"/>
              <a:gd name="connsiteY21-348" fmla="*/ 127 h 493591"/>
              <a:gd name="connsiteX22-349" fmla="*/ 282090 w 560550"/>
              <a:gd name="connsiteY22-350" fmla="*/ 0 h 493591"/>
              <a:gd name="connsiteX0-351" fmla="*/ 282090 w 560550"/>
              <a:gd name="connsiteY0-352" fmla="*/ 0 h 493591"/>
              <a:gd name="connsiteX1-353" fmla="*/ 307359 w 560550"/>
              <a:gd name="connsiteY1-354" fmla="*/ 19328 h 493591"/>
              <a:gd name="connsiteX2-355" fmla="*/ 322151 w 560550"/>
              <a:gd name="connsiteY2-356" fmla="*/ 46641 h 493591"/>
              <a:gd name="connsiteX3-357" fmla="*/ 426075 w 560550"/>
              <a:gd name="connsiteY3-358" fmla="*/ 252279 h 493591"/>
              <a:gd name="connsiteX4-359" fmla="*/ 549713 w 560550"/>
              <a:gd name="connsiteY4-360" fmla="*/ 442022 h 493591"/>
              <a:gd name="connsiteX5-361" fmla="*/ 553726 w 560550"/>
              <a:gd name="connsiteY5-362" fmla="*/ 448555 h 493591"/>
              <a:gd name="connsiteX6-363" fmla="*/ 557360 w 560550"/>
              <a:gd name="connsiteY6-364" fmla="*/ 480662 h 493591"/>
              <a:gd name="connsiteX7-365" fmla="*/ 557111 w 560550"/>
              <a:gd name="connsiteY7-366" fmla="*/ 481348 h 493591"/>
              <a:gd name="connsiteX8-367" fmla="*/ 527738 w 560550"/>
              <a:gd name="connsiteY8-368" fmla="*/ 493568 h 493591"/>
              <a:gd name="connsiteX9-369" fmla="*/ 496688 w 560550"/>
              <a:gd name="connsiteY9-370" fmla="*/ 492722 h 493591"/>
              <a:gd name="connsiteX10-371" fmla="*/ 266629 w 560550"/>
              <a:gd name="connsiteY10-372" fmla="*/ 479903 h 493591"/>
              <a:gd name="connsiteX11-373" fmla="*/ 40497 w 560550"/>
              <a:gd name="connsiteY11-374" fmla="*/ 492105 h 493591"/>
              <a:gd name="connsiteX12-375" fmla="*/ 32832 w 560550"/>
              <a:gd name="connsiteY12-376" fmla="*/ 492314 h 493591"/>
              <a:gd name="connsiteX13-377" fmla="*/ 3210 w 560550"/>
              <a:gd name="connsiteY13-378" fmla="*/ 479408 h 493591"/>
              <a:gd name="connsiteX14-379" fmla="*/ 2740 w 560550"/>
              <a:gd name="connsiteY14-380" fmla="*/ 478849 h 493591"/>
              <a:gd name="connsiteX15-381" fmla="*/ 6844 w 560550"/>
              <a:gd name="connsiteY15-382" fmla="*/ 447301 h 493591"/>
              <a:gd name="connsiteX16-383" fmla="*/ 23102 w 560550"/>
              <a:gd name="connsiteY16-384" fmla="*/ 420834 h 493591"/>
              <a:gd name="connsiteX17-385" fmla="*/ 149231 w 560550"/>
              <a:gd name="connsiteY17-386" fmla="*/ 228009 h 493591"/>
              <a:gd name="connsiteX18-387" fmla="*/ 251731 w 560550"/>
              <a:gd name="connsiteY18-388" fmla="*/ 26070 h 493591"/>
              <a:gd name="connsiteX19-389" fmla="*/ 255383 w 560550"/>
              <a:gd name="connsiteY19-390" fmla="*/ 19328 h 493591"/>
              <a:gd name="connsiteX20-391" fmla="*/ 281371 w 560550"/>
              <a:gd name="connsiteY20-392" fmla="*/ 127 h 493591"/>
              <a:gd name="connsiteX21-393" fmla="*/ 282090 w 560550"/>
              <a:gd name="connsiteY21-394" fmla="*/ 0 h 493591"/>
              <a:gd name="connsiteX0-395" fmla="*/ 282090 w 560550"/>
              <a:gd name="connsiteY0-396" fmla="*/ 0 h 493591"/>
              <a:gd name="connsiteX1-397" fmla="*/ 307359 w 560550"/>
              <a:gd name="connsiteY1-398" fmla="*/ 19328 h 493591"/>
              <a:gd name="connsiteX2-399" fmla="*/ 322151 w 560550"/>
              <a:gd name="connsiteY2-400" fmla="*/ 46641 h 493591"/>
              <a:gd name="connsiteX3-401" fmla="*/ 426075 w 560550"/>
              <a:gd name="connsiteY3-402" fmla="*/ 252279 h 493591"/>
              <a:gd name="connsiteX4-403" fmla="*/ 549713 w 560550"/>
              <a:gd name="connsiteY4-404" fmla="*/ 442022 h 493591"/>
              <a:gd name="connsiteX5-405" fmla="*/ 553726 w 560550"/>
              <a:gd name="connsiteY5-406" fmla="*/ 448555 h 493591"/>
              <a:gd name="connsiteX6-407" fmla="*/ 557360 w 560550"/>
              <a:gd name="connsiteY6-408" fmla="*/ 480662 h 493591"/>
              <a:gd name="connsiteX7-409" fmla="*/ 557111 w 560550"/>
              <a:gd name="connsiteY7-410" fmla="*/ 481348 h 493591"/>
              <a:gd name="connsiteX8-411" fmla="*/ 527738 w 560550"/>
              <a:gd name="connsiteY8-412" fmla="*/ 493568 h 493591"/>
              <a:gd name="connsiteX9-413" fmla="*/ 496688 w 560550"/>
              <a:gd name="connsiteY9-414" fmla="*/ 492722 h 493591"/>
              <a:gd name="connsiteX10-415" fmla="*/ 266629 w 560550"/>
              <a:gd name="connsiteY10-416" fmla="*/ 479903 h 493591"/>
              <a:gd name="connsiteX11-417" fmla="*/ 40497 w 560550"/>
              <a:gd name="connsiteY11-418" fmla="*/ 492105 h 493591"/>
              <a:gd name="connsiteX12-419" fmla="*/ 32832 w 560550"/>
              <a:gd name="connsiteY12-420" fmla="*/ 492314 h 493591"/>
              <a:gd name="connsiteX13-421" fmla="*/ 3210 w 560550"/>
              <a:gd name="connsiteY13-422" fmla="*/ 479408 h 493591"/>
              <a:gd name="connsiteX14-423" fmla="*/ 2740 w 560550"/>
              <a:gd name="connsiteY14-424" fmla="*/ 478849 h 493591"/>
              <a:gd name="connsiteX15-425" fmla="*/ 6844 w 560550"/>
              <a:gd name="connsiteY15-426" fmla="*/ 447301 h 493591"/>
              <a:gd name="connsiteX16-427" fmla="*/ 23102 w 560550"/>
              <a:gd name="connsiteY16-428" fmla="*/ 420834 h 493591"/>
              <a:gd name="connsiteX17-429" fmla="*/ 149231 w 560550"/>
              <a:gd name="connsiteY17-430" fmla="*/ 228009 h 493591"/>
              <a:gd name="connsiteX18-431" fmla="*/ 251731 w 560550"/>
              <a:gd name="connsiteY18-432" fmla="*/ 26070 h 493591"/>
              <a:gd name="connsiteX19-433" fmla="*/ 255383 w 560550"/>
              <a:gd name="connsiteY19-434" fmla="*/ 19328 h 493591"/>
              <a:gd name="connsiteX20-435" fmla="*/ 281371 w 560550"/>
              <a:gd name="connsiteY20-436" fmla="*/ 127 h 493591"/>
              <a:gd name="connsiteX21-437" fmla="*/ 282090 w 560550"/>
              <a:gd name="connsiteY21-438" fmla="*/ 0 h 49359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33" y="connsiteY16-34"/>
              </a:cxn>
              <a:cxn ang="0">
                <a:pos x="connsiteX17-35" y="connsiteY17-36"/>
              </a:cxn>
              <a:cxn ang="0">
                <a:pos x="connsiteX18-37" y="connsiteY18-38"/>
              </a:cxn>
              <a:cxn ang="0">
                <a:pos x="connsiteX19-39" y="connsiteY19-40"/>
              </a:cxn>
              <a:cxn ang="0">
                <a:pos x="connsiteX20-41" y="connsiteY20-42"/>
              </a:cxn>
              <a:cxn ang="0">
                <a:pos x="connsiteX21-43" y="connsiteY21-44"/>
              </a:cxn>
            </a:cxnLst>
            <a:rect l="l" t="t" r="r" b="b"/>
            <a:pathLst>
              <a:path w="560550" h="493591">
                <a:moveTo>
                  <a:pt x="282090" y="0"/>
                </a:moveTo>
                <a:cubicBezTo>
                  <a:pt x="291235" y="0"/>
                  <a:pt x="300381" y="6443"/>
                  <a:pt x="307359" y="19328"/>
                </a:cubicBezTo>
                <a:lnTo>
                  <a:pt x="322151" y="46641"/>
                </a:lnTo>
                <a:cubicBezTo>
                  <a:pt x="341937" y="85466"/>
                  <a:pt x="388148" y="186382"/>
                  <a:pt x="426075" y="252279"/>
                </a:cubicBezTo>
                <a:cubicBezTo>
                  <a:pt x="464002" y="318176"/>
                  <a:pt x="528438" y="409309"/>
                  <a:pt x="549713" y="442022"/>
                </a:cubicBezTo>
                <a:lnTo>
                  <a:pt x="553726" y="448555"/>
                </a:lnTo>
                <a:cubicBezTo>
                  <a:pt x="561598" y="461368"/>
                  <a:pt x="562451" y="472766"/>
                  <a:pt x="557360" y="480662"/>
                </a:cubicBezTo>
                <a:cubicBezTo>
                  <a:pt x="557347" y="480929"/>
                  <a:pt x="557231" y="481140"/>
                  <a:pt x="557111" y="481348"/>
                </a:cubicBezTo>
                <a:cubicBezTo>
                  <a:pt x="552538" y="489268"/>
                  <a:pt x="542386" y="493968"/>
                  <a:pt x="527738" y="493568"/>
                </a:cubicBezTo>
                <a:lnTo>
                  <a:pt x="496688" y="492722"/>
                </a:lnTo>
                <a:cubicBezTo>
                  <a:pt x="453170" y="490445"/>
                  <a:pt x="342661" y="480006"/>
                  <a:pt x="266629" y="479903"/>
                </a:cubicBezTo>
                <a:cubicBezTo>
                  <a:pt x="190597" y="479800"/>
                  <a:pt x="79463" y="490037"/>
                  <a:pt x="40497" y="492105"/>
                </a:cubicBezTo>
                <a:lnTo>
                  <a:pt x="32832" y="492314"/>
                </a:lnTo>
                <a:cubicBezTo>
                  <a:pt x="17800" y="492724"/>
                  <a:pt x="7502" y="487764"/>
                  <a:pt x="3210" y="479408"/>
                </a:cubicBezTo>
                <a:cubicBezTo>
                  <a:pt x="2985" y="479262"/>
                  <a:pt x="2860" y="479056"/>
                  <a:pt x="2740" y="478849"/>
                </a:cubicBezTo>
                <a:cubicBezTo>
                  <a:pt x="-1833" y="470928"/>
                  <a:pt x="-826" y="459787"/>
                  <a:pt x="6844" y="447301"/>
                </a:cubicBezTo>
                <a:lnTo>
                  <a:pt x="23102" y="420834"/>
                </a:lnTo>
                <a:cubicBezTo>
                  <a:pt x="46833" y="384285"/>
                  <a:pt x="111126" y="293803"/>
                  <a:pt x="149231" y="228009"/>
                </a:cubicBezTo>
                <a:cubicBezTo>
                  <a:pt x="187336" y="162215"/>
                  <a:pt x="234039" y="60850"/>
                  <a:pt x="251731" y="26070"/>
                </a:cubicBezTo>
                <a:lnTo>
                  <a:pt x="255383" y="19328"/>
                </a:lnTo>
                <a:cubicBezTo>
                  <a:pt x="262543" y="6104"/>
                  <a:pt x="271988" y="-334"/>
                  <a:pt x="281371" y="127"/>
                </a:cubicBezTo>
                <a:cubicBezTo>
                  <a:pt x="281609" y="5"/>
                  <a:pt x="281850" y="0"/>
                  <a:pt x="282090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zh-CN" altLang="en-US">
              <a:solidFill>
                <a:srgbClr val="FFFFFF"/>
              </a:solidFill>
              <a:latin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14" name=" 184"/>
          <p:cNvSpPr/>
          <p:nvPr>
            <p:custDataLst>
              <p:tags r:id="rId12"/>
            </p:custDataLst>
          </p:nvPr>
        </p:nvSpPr>
        <p:spPr>
          <a:xfrm>
            <a:off x="727075" y="1936750"/>
            <a:ext cx="936625" cy="93662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scene3d>
              <a:camera prst="orthographicFront"/>
              <a:lightRig rig="threePt" dir="t"/>
            </a:scene3d>
            <a:sp3d>
              <a:contourClr>
                <a:srgbClr val="FFFFFF"/>
              </a:contourClr>
            </a:sp3d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zh-CN" altLang="en-US">
              <a:solidFill>
                <a:srgbClr val="FFFFFF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13"/>
            </p:custDataLst>
          </p:nvPr>
        </p:nvSpPr>
        <p:spPr>
          <a:xfrm>
            <a:off x="2757714" y="2510565"/>
            <a:ext cx="6676572" cy="902363"/>
          </a:xfrm>
        </p:spPr>
        <p:txBody>
          <a:bodyPr anchor="b">
            <a:normAutofit/>
          </a:bodyPr>
          <a:lstStyle>
            <a:lvl1pPr algn="ctr">
              <a:defRPr sz="48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zh-CN" altLang="en-US" noProof="1"/>
              <a:t>单击此处编辑标题</a:t>
            </a:r>
            <a:endParaRPr lang="zh-CN" altLang="en-US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14"/>
            </p:custDataLst>
          </p:nvPr>
        </p:nvSpPr>
        <p:spPr>
          <a:xfrm>
            <a:off x="2757714" y="3461461"/>
            <a:ext cx="6676572" cy="59055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noProof="1"/>
              <a:t>单击此处编辑母版副标题样式</a:t>
            </a:r>
            <a:endParaRPr lang="zh-CN" altLang="en-US" noProof="1"/>
          </a:p>
        </p:txBody>
      </p:sp>
      <p:sp>
        <p:nvSpPr>
          <p:cNvPr id="15" name="日期占位符 3"/>
          <p:cNvSpPr>
            <a:spLocks noGrp="1"/>
          </p:cNvSpPr>
          <p:nvPr>
            <p:ph type="dt" sz="half" idx="10"/>
            <p:custDataLst>
              <p:tags r:id="rId15"/>
            </p:custDataLst>
          </p:nvPr>
        </p:nvSpPr>
        <p:spPr/>
        <p:txBody>
          <a:bodyPr/>
          <a:lstStyle>
            <a:lvl1pPr>
              <a:def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6" name="页脚占位符 4"/>
          <p:cNvSpPr>
            <a:spLocks noGrp="1"/>
          </p:cNvSpPr>
          <p:nvPr>
            <p:ph type="ftr" sz="quarter" idx="11"/>
            <p:custDataLst>
              <p:tags r:id="rId16"/>
            </p:custDataLst>
          </p:nvPr>
        </p:nvSpPr>
        <p:spPr/>
        <p:txBody>
          <a:bodyPr/>
          <a:lstStyle>
            <a:lvl1pPr>
              <a:def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17" name="灯片编号占位符 5"/>
          <p:cNvSpPr>
            <a:spLocks noGrp="1"/>
          </p:cNvSpPr>
          <p:nvPr>
            <p:ph type="sldNum" sz="quarter" idx="12"/>
            <p:custDataLst>
              <p:tags r:id="rId17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69882" y="443234"/>
            <a:ext cx="10852237" cy="441964"/>
          </a:xfrm>
        </p:spPr>
        <p:txBody>
          <a:bodyPr rtlCol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1pPr>
          </a:lstStyle>
          <a:p>
            <a:pPr lvl="0"/>
            <a:r>
              <a:rPr lang="zh-CN" altLang="en-US" noProof="1">
                <a:sym typeface="+mn-ea"/>
              </a:rPr>
              <a:t>单击此处编辑母版标题样式</a:t>
            </a:r>
            <a:endParaRPr noProof="1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69882" y="952508"/>
            <a:ext cx="10852237" cy="5388907"/>
          </a:xfrm>
        </p:spPr>
        <p:txBody>
          <a:bodyPr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5pPr>
          </a:lstStyle>
          <a:p>
            <a:pPr lvl="0"/>
            <a:r>
              <a:rPr lang="zh-CN" altLang="en-US" noProof="1"/>
              <a:t>单击此处</a:t>
            </a:r>
            <a:r>
              <a:rPr lang="zh-CN" altLang="en-US" noProof="1">
                <a:sym typeface="+mn-ea"/>
              </a:rPr>
              <a:t>编辑母版文本样式</a:t>
            </a:r>
            <a:endParaRPr lang="zh-CN" altLang="en-US" noProof="1">
              <a:sym typeface="+mn-ea"/>
            </a:endParaRPr>
          </a:p>
          <a:p>
            <a:pPr lvl="1"/>
            <a:r>
              <a:rPr lang="zh-CN" altLang="en-US" noProof="1">
                <a:sym typeface="+mn-ea"/>
              </a:rPr>
              <a:t>第二级</a:t>
            </a:r>
            <a:endParaRPr lang="zh-CN" altLang="en-US" noProof="1">
              <a:sym typeface="+mn-ea"/>
            </a:endParaRPr>
          </a:p>
          <a:p>
            <a:pPr lvl="2"/>
            <a:r>
              <a:rPr lang="zh-CN" altLang="en-US" noProof="1">
                <a:sym typeface="+mn-ea"/>
              </a:rPr>
              <a:t>第三级</a:t>
            </a:r>
            <a:endParaRPr lang="zh-CN" altLang="en-US" noProof="1">
              <a:sym typeface="+mn-ea"/>
            </a:endParaRPr>
          </a:p>
          <a:p>
            <a:pPr lvl="3"/>
            <a:r>
              <a:rPr lang="zh-CN" altLang="en-US" noProof="1">
                <a:sym typeface="+mn-ea"/>
              </a:rPr>
              <a:t>第四级</a:t>
            </a:r>
            <a:endParaRPr lang="zh-CN" altLang="en-US" noProof="1">
              <a:sym typeface="+mn-ea"/>
            </a:endParaRPr>
          </a:p>
          <a:p>
            <a:pPr lvl="4"/>
            <a:r>
              <a:rPr lang="zh-CN" altLang="en-US" noProof="1">
                <a:sym typeface="+mn-ea"/>
              </a:rPr>
              <a:t>第五级</a:t>
            </a:r>
            <a:endParaRPr noProof="1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>
            <p:custDataLst>
              <p:tags r:id="rId2"/>
            </p:custDataLst>
          </p:nvPr>
        </p:nvSpPr>
        <p:spPr>
          <a:xfrm>
            <a:off x="1408113" y="2114550"/>
            <a:ext cx="2681287" cy="2681288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330200" dist="381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 dirty="0">
              <a:latin typeface="微软雅黑" panose="020B0503020204020204" charset="-122"/>
              <a:cs typeface="Arial" panose="020B0604020202020204" pitchFamily="34" charset="0"/>
              <a:sym typeface="+mn-ea"/>
            </a:endParaRPr>
          </a:p>
        </p:txBody>
      </p:sp>
      <p:sp>
        <p:nvSpPr>
          <p:cNvPr id="5" name="椭圆 4"/>
          <p:cNvSpPr/>
          <p:nvPr>
            <p:custDataLst>
              <p:tags r:id="rId3"/>
            </p:custDataLst>
          </p:nvPr>
        </p:nvSpPr>
        <p:spPr>
          <a:xfrm>
            <a:off x="1574800" y="2266950"/>
            <a:ext cx="2378075" cy="2376488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>
              <a:latin typeface="微软雅黑" panose="020B0503020204020204" charset="-122"/>
              <a:cs typeface="Arial" panose="020B0604020202020204" pitchFamily="34" charset="0"/>
            </a:endParaRPr>
          </a:p>
        </p:txBody>
      </p:sp>
      <p:cxnSp>
        <p:nvCxnSpPr>
          <p:cNvPr id="6" name="直接连接符 5"/>
          <p:cNvCxnSpPr/>
          <p:nvPr>
            <p:custDataLst>
              <p:tags r:id="rId4"/>
            </p:custDataLst>
          </p:nvPr>
        </p:nvCxnSpPr>
        <p:spPr>
          <a:xfrm>
            <a:off x="4762500" y="3602038"/>
            <a:ext cx="4948238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椭圆 6"/>
          <p:cNvSpPr/>
          <p:nvPr>
            <p:custDataLst>
              <p:tags r:id="rId5"/>
            </p:custDataLst>
          </p:nvPr>
        </p:nvSpPr>
        <p:spPr>
          <a:xfrm>
            <a:off x="9802813" y="3541713"/>
            <a:ext cx="115887" cy="115887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>
              <a:latin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8" name="椭圆 7"/>
          <p:cNvSpPr/>
          <p:nvPr>
            <p:custDataLst>
              <p:tags r:id="rId6"/>
            </p:custDataLst>
          </p:nvPr>
        </p:nvSpPr>
        <p:spPr>
          <a:xfrm>
            <a:off x="10299700" y="3541713"/>
            <a:ext cx="115888" cy="115887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>
              <a:latin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9" name="椭圆 8"/>
          <p:cNvSpPr/>
          <p:nvPr>
            <p:custDataLst>
              <p:tags r:id="rId7"/>
            </p:custDataLst>
          </p:nvPr>
        </p:nvSpPr>
        <p:spPr>
          <a:xfrm>
            <a:off x="9967913" y="3541713"/>
            <a:ext cx="115887" cy="11588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>
              <a:latin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10" name="椭圆 9"/>
          <p:cNvSpPr/>
          <p:nvPr>
            <p:custDataLst>
              <p:tags r:id="rId8"/>
            </p:custDataLst>
          </p:nvPr>
        </p:nvSpPr>
        <p:spPr>
          <a:xfrm>
            <a:off x="10134600" y="3541713"/>
            <a:ext cx="115888" cy="115887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>
              <a:latin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11" name="KSO_Shape"/>
          <p:cNvSpPr/>
          <p:nvPr>
            <p:custDataLst>
              <p:tags r:id="rId9"/>
            </p:custDataLst>
          </p:nvPr>
        </p:nvSpPr>
        <p:spPr>
          <a:xfrm rot="237355">
            <a:off x="2771775" y="2308225"/>
            <a:ext cx="193675" cy="169863"/>
          </a:xfrm>
          <a:custGeom>
            <a:avLst/>
            <a:gdLst>
              <a:gd name="connsiteX0" fmla="*/ 282090 w 560550"/>
              <a:gd name="connsiteY0" fmla="*/ 0 h 493591"/>
              <a:gd name="connsiteX1" fmla="*/ 307359 w 560550"/>
              <a:gd name="connsiteY1" fmla="*/ 19328 h 493591"/>
              <a:gd name="connsiteX2" fmla="*/ 322151 w 560550"/>
              <a:gd name="connsiteY2" fmla="*/ 46641 h 493591"/>
              <a:gd name="connsiteX3" fmla="*/ 422483 w 560550"/>
              <a:gd name="connsiteY3" fmla="*/ 244308 h 493591"/>
              <a:gd name="connsiteX4" fmla="*/ 421839 w 560550"/>
              <a:gd name="connsiteY4" fmla="*/ 243943 h 493591"/>
              <a:gd name="connsiteX5" fmla="*/ 426075 w 560550"/>
              <a:gd name="connsiteY5" fmla="*/ 252279 h 493591"/>
              <a:gd name="connsiteX6" fmla="*/ 549713 w 560550"/>
              <a:gd name="connsiteY6" fmla="*/ 442022 h 493591"/>
              <a:gd name="connsiteX7" fmla="*/ 553726 w 560550"/>
              <a:gd name="connsiteY7" fmla="*/ 448555 h 493591"/>
              <a:gd name="connsiteX8" fmla="*/ 557360 w 560550"/>
              <a:gd name="connsiteY8" fmla="*/ 480662 h 493591"/>
              <a:gd name="connsiteX9" fmla="*/ 557111 w 560550"/>
              <a:gd name="connsiteY9" fmla="*/ 481348 h 493591"/>
              <a:gd name="connsiteX10" fmla="*/ 527738 w 560550"/>
              <a:gd name="connsiteY10" fmla="*/ 493568 h 493591"/>
              <a:gd name="connsiteX11" fmla="*/ 496688 w 560550"/>
              <a:gd name="connsiteY11" fmla="*/ 492722 h 493591"/>
              <a:gd name="connsiteX12" fmla="*/ 275338 w 560550"/>
              <a:gd name="connsiteY12" fmla="*/ 480778 h 493591"/>
              <a:gd name="connsiteX13" fmla="*/ 275975 w 560550"/>
              <a:gd name="connsiteY13" fmla="*/ 480403 h 493591"/>
              <a:gd name="connsiteX14" fmla="*/ 266629 w 560550"/>
              <a:gd name="connsiteY14" fmla="*/ 479903 h 493591"/>
              <a:gd name="connsiteX15" fmla="*/ 40497 w 560550"/>
              <a:gd name="connsiteY15" fmla="*/ 492105 h 493591"/>
              <a:gd name="connsiteX16" fmla="*/ 32832 w 560550"/>
              <a:gd name="connsiteY16" fmla="*/ 492314 h 493591"/>
              <a:gd name="connsiteX17" fmla="*/ 3210 w 560550"/>
              <a:gd name="connsiteY17" fmla="*/ 479408 h 493591"/>
              <a:gd name="connsiteX18" fmla="*/ 2740 w 560550"/>
              <a:gd name="connsiteY18" fmla="*/ 478849 h 493591"/>
              <a:gd name="connsiteX19" fmla="*/ 6844 w 560550"/>
              <a:gd name="connsiteY19" fmla="*/ 447301 h 493591"/>
              <a:gd name="connsiteX20" fmla="*/ 23102 w 560550"/>
              <a:gd name="connsiteY20" fmla="*/ 420834 h 493591"/>
              <a:gd name="connsiteX21" fmla="*/ 144121 w 560550"/>
              <a:gd name="connsiteY21" fmla="*/ 235111 h 493591"/>
              <a:gd name="connsiteX22" fmla="*/ 144127 w 560550"/>
              <a:gd name="connsiteY22" fmla="*/ 235851 h 493591"/>
              <a:gd name="connsiteX23" fmla="*/ 149231 w 560550"/>
              <a:gd name="connsiteY23" fmla="*/ 228009 h 493591"/>
              <a:gd name="connsiteX24" fmla="*/ 251731 w 560550"/>
              <a:gd name="connsiteY24" fmla="*/ 26070 h 493591"/>
              <a:gd name="connsiteX25" fmla="*/ 255383 w 560550"/>
              <a:gd name="connsiteY25" fmla="*/ 19328 h 493591"/>
              <a:gd name="connsiteX26" fmla="*/ 281371 w 560550"/>
              <a:gd name="connsiteY26" fmla="*/ 127 h 493591"/>
              <a:gd name="connsiteX27" fmla="*/ 282090 w 560550"/>
              <a:gd name="connsiteY27" fmla="*/ 0 h 493591"/>
              <a:gd name="connsiteX0-1" fmla="*/ 282090 w 560550"/>
              <a:gd name="connsiteY0-2" fmla="*/ 0 h 493591"/>
              <a:gd name="connsiteX1-3" fmla="*/ 307359 w 560550"/>
              <a:gd name="connsiteY1-4" fmla="*/ 19328 h 493591"/>
              <a:gd name="connsiteX2-5" fmla="*/ 322151 w 560550"/>
              <a:gd name="connsiteY2-6" fmla="*/ 46641 h 493591"/>
              <a:gd name="connsiteX3-7" fmla="*/ 422483 w 560550"/>
              <a:gd name="connsiteY3-8" fmla="*/ 244308 h 493591"/>
              <a:gd name="connsiteX4-9" fmla="*/ 426075 w 560550"/>
              <a:gd name="connsiteY4-10" fmla="*/ 252279 h 493591"/>
              <a:gd name="connsiteX5-11" fmla="*/ 549713 w 560550"/>
              <a:gd name="connsiteY5-12" fmla="*/ 442022 h 493591"/>
              <a:gd name="connsiteX6-13" fmla="*/ 553726 w 560550"/>
              <a:gd name="connsiteY6-14" fmla="*/ 448555 h 493591"/>
              <a:gd name="connsiteX7-15" fmla="*/ 557360 w 560550"/>
              <a:gd name="connsiteY7-16" fmla="*/ 480662 h 493591"/>
              <a:gd name="connsiteX8-17" fmla="*/ 557111 w 560550"/>
              <a:gd name="connsiteY8-18" fmla="*/ 481348 h 493591"/>
              <a:gd name="connsiteX9-19" fmla="*/ 527738 w 560550"/>
              <a:gd name="connsiteY9-20" fmla="*/ 493568 h 493591"/>
              <a:gd name="connsiteX10-21" fmla="*/ 496688 w 560550"/>
              <a:gd name="connsiteY10-22" fmla="*/ 492722 h 493591"/>
              <a:gd name="connsiteX11-23" fmla="*/ 275338 w 560550"/>
              <a:gd name="connsiteY11-24" fmla="*/ 480778 h 493591"/>
              <a:gd name="connsiteX12-25" fmla="*/ 275975 w 560550"/>
              <a:gd name="connsiteY12-26" fmla="*/ 480403 h 493591"/>
              <a:gd name="connsiteX13-27" fmla="*/ 266629 w 560550"/>
              <a:gd name="connsiteY13-28" fmla="*/ 479903 h 493591"/>
              <a:gd name="connsiteX14-29" fmla="*/ 40497 w 560550"/>
              <a:gd name="connsiteY14-30" fmla="*/ 492105 h 493591"/>
              <a:gd name="connsiteX15-31" fmla="*/ 32832 w 560550"/>
              <a:gd name="connsiteY15-32" fmla="*/ 492314 h 493591"/>
              <a:gd name="connsiteX16-33" fmla="*/ 3210 w 560550"/>
              <a:gd name="connsiteY16-34" fmla="*/ 479408 h 493591"/>
              <a:gd name="connsiteX17-35" fmla="*/ 2740 w 560550"/>
              <a:gd name="connsiteY17-36" fmla="*/ 478849 h 493591"/>
              <a:gd name="connsiteX18-37" fmla="*/ 6844 w 560550"/>
              <a:gd name="connsiteY18-38" fmla="*/ 447301 h 493591"/>
              <a:gd name="connsiteX19-39" fmla="*/ 23102 w 560550"/>
              <a:gd name="connsiteY19-40" fmla="*/ 420834 h 493591"/>
              <a:gd name="connsiteX20-41" fmla="*/ 144121 w 560550"/>
              <a:gd name="connsiteY20-42" fmla="*/ 235111 h 493591"/>
              <a:gd name="connsiteX21-43" fmla="*/ 144127 w 560550"/>
              <a:gd name="connsiteY21-44" fmla="*/ 235851 h 493591"/>
              <a:gd name="connsiteX22-45" fmla="*/ 149231 w 560550"/>
              <a:gd name="connsiteY22-46" fmla="*/ 228009 h 493591"/>
              <a:gd name="connsiteX23-47" fmla="*/ 251731 w 560550"/>
              <a:gd name="connsiteY23-48" fmla="*/ 26070 h 493591"/>
              <a:gd name="connsiteX24-49" fmla="*/ 255383 w 560550"/>
              <a:gd name="connsiteY24-50" fmla="*/ 19328 h 493591"/>
              <a:gd name="connsiteX25-51" fmla="*/ 281371 w 560550"/>
              <a:gd name="connsiteY25-52" fmla="*/ 127 h 493591"/>
              <a:gd name="connsiteX26-53" fmla="*/ 282090 w 560550"/>
              <a:gd name="connsiteY26-54" fmla="*/ 0 h 493591"/>
              <a:gd name="connsiteX0-55" fmla="*/ 282090 w 560550"/>
              <a:gd name="connsiteY0-56" fmla="*/ 0 h 493591"/>
              <a:gd name="connsiteX1-57" fmla="*/ 307359 w 560550"/>
              <a:gd name="connsiteY1-58" fmla="*/ 19328 h 493591"/>
              <a:gd name="connsiteX2-59" fmla="*/ 322151 w 560550"/>
              <a:gd name="connsiteY2-60" fmla="*/ 46641 h 493591"/>
              <a:gd name="connsiteX3-61" fmla="*/ 426075 w 560550"/>
              <a:gd name="connsiteY3-62" fmla="*/ 252279 h 493591"/>
              <a:gd name="connsiteX4-63" fmla="*/ 549713 w 560550"/>
              <a:gd name="connsiteY4-64" fmla="*/ 442022 h 493591"/>
              <a:gd name="connsiteX5-65" fmla="*/ 553726 w 560550"/>
              <a:gd name="connsiteY5-66" fmla="*/ 448555 h 493591"/>
              <a:gd name="connsiteX6-67" fmla="*/ 557360 w 560550"/>
              <a:gd name="connsiteY6-68" fmla="*/ 480662 h 493591"/>
              <a:gd name="connsiteX7-69" fmla="*/ 557111 w 560550"/>
              <a:gd name="connsiteY7-70" fmla="*/ 481348 h 493591"/>
              <a:gd name="connsiteX8-71" fmla="*/ 527738 w 560550"/>
              <a:gd name="connsiteY8-72" fmla="*/ 493568 h 493591"/>
              <a:gd name="connsiteX9-73" fmla="*/ 496688 w 560550"/>
              <a:gd name="connsiteY9-74" fmla="*/ 492722 h 493591"/>
              <a:gd name="connsiteX10-75" fmla="*/ 275338 w 560550"/>
              <a:gd name="connsiteY10-76" fmla="*/ 480778 h 493591"/>
              <a:gd name="connsiteX11-77" fmla="*/ 275975 w 560550"/>
              <a:gd name="connsiteY11-78" fmla="*/ 480403 h 493591"/>
              <a:gd name="connsiteX12-79" fmla="*/ 266629 w 560550"/>
              <a:gd name="connsiteY12-80" fmla="*/ 479903 h 493591"/>
              <a:gd name="connsiteX13-81" fmla="*/ 40497 w 560550"/>
              <a:gd name="connsiteY13-82" fmla="*/ 492105 h 493591"/>
              <a:gd name="connsiteX14-83" fmla="*/ 32832 w 560550"/>
              <a:gd name="connsiteY14-84" fmla="*/ 492314 h 493591"/>
              <a:gd name="connsiteX15-85" fmla="*/ 3210 w 560550"/>
              <a:gd name="connsiteY15-86" fmla="*/ 479408 h 493591"/>
              <a:gd name="connsiteX16-87" fmla="*/ 2740 w 560550"/>
              <a:gd name="connsiteY16-88" fmla="*/ 478849 h 493591"/>
              <a:gd name="connsiteX17-89" fmla="*/ 6844 w 560550"/>
              <a:gd name="connsiteY17-90" fmla="*/ 447301 h 493591"/>
              <a:gd name="connsiteX18-91" fmla="*/ 23102 w 560550"/>
              <a:gd name="connsiteY18-92" fmla="*/ 420834 h 493591"/>
              <a:gd name="connsiteX19-93" fmla="*/ 144121 w 560550"/>
              <a:gd name="connsiteY19-94" fmla="*/ 235111 h 493591"/>
              <a:gd name="connsiteX20-95" fmla="*/ 144127 w 560550"/>
              <a:gd name="connsiteY20-96" fmla="*/ 235851 h 493591"/>
              <a:gd name="connsiteX21-97" fmla="*/ 149231 w 560550"/>
              <a:gd name="connsiteY21-98" fmla="*/ 228009 h 493591"/>
              <a:gd name="connsiteX22-99" fmla="*/ 251731 w 560550"/>
              <a:gd name="connsiteY22-100" fmla="*/ 26070 h 493591"/>
              <a:gd name="connsiteX23-101" fmla="*/ 255383 w 560550"/>
              <a:gd name="connsiteY23-102" fmla="*/ 19328 h 493591"/>
              <a:gd name="connsiteX24-103" fmla="*/ 281371 w 560550"/>
              <a:gd name="connsiteY24-104" fmla="*/ 127 h 493591"/>
              <a:gd name="connsiteX25-105" fmla="*/ 282090 w 560550"/>
              <a:gd name="connsiteY25-106" fmla="*/ 0 h 493591"/>
              <a:gd name="connsiteX0-107" fmla="*/ 282090 w 560550"/>
              <a:gd name="connsiteY0-108" fmla="*/ 0 h 493591"/>
              <a:gd name="connsiteX1-109" fmla="*/ 307359 w 560550"/>
              <a:gd name="connsiteY1-110" fmla="*/ 19328 h 493591"/>
              <a:gd name="connsiteX2-111" fmla="*/ 322151 w 560550"/>
              <a:gd name="connsiteY2-112" fmla="*/ 46641 h 493591"/>
              <a:gd name="connsiteX3-113" fmla="*/ 426075 w 560550"/>
              <a:gd name="connsiteY3-114" fmla="*/ 252279 h 493591"/>
              <a:gd name="connsiteX4-115" fmla="*/ 549713 w 560550"/>
              <a:gd name="connsiteY4-116" fmla="*/ 442022 h 493591"/>
              <a:gd name="connsiteX5-117" fmla="*/ 553726 w 560550"/>
              <a:gd name="connsiteY5-118" fmla="*/ 448555 h 493591"/>
              <a:gd name="connsiteX6-119" fmla="*/ 557360 w 560550"/>
              <a:gd name="connsiteY6-120" fmla="*/ 480662 h 493591"/>
              <a:gd name="connsiteX7-121" fmla="*/ 557111 w 560550"/>
              <a:gd name="connsiteY7-122" fmla="*/ 481348 h 493591"/>
              <a:gd name="connsiteX8-123" fmla="*/ 527738 w 560550"/>
              <a:gd name="connsiteY8-124" fmla="*/ 493568 h 493591"/>
              <a:gd name="connsiteX9-125" fmla="*/ 496688 w 560550"/>
              <a:gd name="connsiteY9-126" fmla="*/ 492722 h 493591"/>
              <a:gd name="connsiteX10-127" fmla="*/ 275338 w 560550"/>
              <a:gd name="connsiteY10-128" fmla="*/ 480778 h 493591"/>
              <a:gd name="connsiteX11-129" fmla="*/ 275975 w 560550"/>
              <a:gd name="connsiteY11-130" fmla="*/ 480403 h 493591"/>
              <a:gd name="connsiteX12-131" fmla="*/ 266629 w 560550"/>
              <a:gd name="connsiteY12-132" fmla="*/ 479903 h 493591"/>
              <a:gd name="connsiteX13-133" fmla="*/ 40497 w 560550"/>
              <a:gd name="connsiteY13-134" fmla="*/ 492105 h 493591"/>
              <a:gd name="connsiteX14-135" fmla="*/ 32832 w 560550"/>
              <a:gd name="connsiteY14-136" fmla="*/ 492314 h 493591"/>
              <a:gd name="connsiteX15-137" fmla="*/ 3210 w 560550"/>
              <a:gd name="connsiteY15-138" fmla="*/ 479408 h 493591"/>
              <a:gd name="connsiteX16-139" fmla="*/ 2740 w 560550"/>
              <a:gd name="connsiteY16-140" fmla="*/ 478849 h 493591"/>
              <a:gd name="connsiteX17-141" fmla="*/ 6844 w 560550"/>
              <a:gd name="connsiteY17-142" fmla="*/ 447301 h 493591"/>
              <a:gd name="connsiteX18-143" fmla="*/ 23102 w 560550"/>
              <a:gd name="connsiteY18-144" fmla="*/ 420834 h 493591"/>
              <a:gd name="connsiteX19-145" fmla="*/ 144121 w 560550"/>
              <a:gd name="connsiteY19-146" fmla="*/ 235111 h 493591"/>
              <a:gd name="connsiteX20-147" fmla="*/ 144127 w 560550"/>
              <a:gd name="connsiteY20-148" fmla="*/ 235851 h 493591"/>
              <a:gd name="connsiteX21-149" fmla="*/ 149231 w 560550"/>
              <a:gd name="connsiteY21-150" fmla="*/ 228009 h 493591"/>
              <a:gd name="connsiteX22-151" fmla="*/ 251731 w 560550"/>
              <a:gd name="connsiteY22-152" fmla="*/ 26070 h 493591"/>
              <a:gd name="connsiteX23-153" fmla="*/ 255383 w 560550"/>
              <a:gd name="connsiteY23-154" fmla="*/ 19328 h 493591"/>
              <a:gd name="connsiteX24-155" fmla="*/ 281371 w 560550"/>
              <a:gd name="connsiteY24-156" fmla="*/ 127 h 493591"/>
              <a:gd name="connsiteX25-157" fmla="*/ 282090 w 560550"/>
              <a:gd name="connsiteY25-158" fmla="*/ 0 h 493591"/>
              <a:gd name="connsiteX0-159" fmla="*/ 282090 w 560550"/>
              <a:gd name="connsiteY0-160" fmla="*/ 0 h 493591"/>
              <a:gd name="connsiteX1-161" fmla="*/ 307359 w 560550"/>
              <a:gd name="connsiteY1-162" fmla="*/ 19328 h 493591"/>
              <a:gd name="connsiteX2-163" fmla="*/ 322151 w 560550"/>
              <a:gd name="connsiteY2-164" fmla="*/ 46641 h 493591"/>
              <a:gd name="connsiteX3-165" fmla="*/ 426075 w 560550"/>
              <a:gd name="connsiteY3-166" fmla="*/ 252279 h 493591"/>
              <a:gd name="connsiteX4-167" fmla="*/ 549713 w 560550"/>
              <a:gd name="connsiteY4-168" fmla="*/ 442022 h 493591"/>
              <a:gd name="connsiteX5-169" fmla="*/ 553726 w 560550"/>
              <a:gd name="connsiteY5-170" fmla="*/ 448555 h 493591"/>
              <a:gd name="connsiteX6-171" fmla="*/ 557360 w 560550"/>
              <a:gd name="connsiteY6-172" fmla="*/ 480662 h 493591"/>
              <a:gd name="connsiteX7-173" fmla="*/ 557111 w 560550"/>
              <a:gd name="connsiteY7-174" fmla="*/ 481348 h 493591"/>
              <a:gd name="connsiteX8-175" fmla="*/ 527738 w 560550"/>
              <a:gd name="connsiteY8-176" fmla="*/ 493568 h 493591"/>
              <a:gd name="connsiteX9-177" fmla="*/ 496688 w 560550"/>
              <a:gd name="connsiteY9-178" fmla="*/ 492722 h 493591"/>
              <a:gd name="connsiteX10-179" fmla="*/ 275338 w 560550"/>
              <a:gd name="connsiteY10-180" fmla="*/ 480778 h 493591"/>
              <a:gd name="connsiteX11-181" fmla="*/ 275975 w 560550"/>
              <a:gd name="connsiteY11-182" fmla="*/ 480403 h 493591"/>
              <a:gd name="connsiteX12-183" fmla="*/ 266629 w 560550"/>
              <a:gd name="connsiteY12-184" fmla="*/ 479903 h 493591"/>
              <a:gd name="connsiteX13-185" fmla="*/ 40497 w 560550"/>
              <a:gd name="connsiteY13-186" fmla="*/ 492105 h 493591"/>
              <a:gd name="connsiteX14-187" fmla="*/ 32832 w 560550"/>
              <a:gd name="connsiteY14-188" fmla="*/ 492314 h 493591"/>
              <a:gd name="connsiteX15-189" fmla="*/ 3210 w 560550"/>
              <a:gd name="connsiteY15-190" fmla="*/ 479408 h 493591"/>
              <a:gd name="connsiteX16-191" fmla="*/ 2740 w 560550"/>
              <a:gd name="connsiteY16-192" fmla="*/ 478849 h 493591"/>
              <a:gd name="connsiteX17-193" fmla="*/ 6844 w 560550"/>
              <a:gd name="connsiteY17-194" fmla="*/ 447301 h 493591"/>
              <a:gd name="connsiteX18-195" fmla="*/ 23102 w 560550"/>
              <a:gd name="connsiteY18-196" fmla="*/ 420834 h 493591"/>
              <a:gd name="connsiteX19-197" fmla="*/ 144121 w 560550"/>
              <a:gd name="connsiteY19-198" fmla="*/ 235111 h 493591"/>
              <a:gd name="connsiteX20-199" fmla="*/ 149231 w 560550"/>
              <a:gd name="connsiteY20-200" fmla="*/ 228009 h 493591"/>
              <a:gd name="connsiteX21-201" fmla="*/ 251731 w 560550"/>
              <a:gd name="connsiteY21-202" fmla="*/ 26070 h 493591"/>
              <a:gd name="connsiteX22-203" fmla="*/ 255383 w 560550"/>
              <a:gd name="connsiteY22-204" fmla="*/ 19328 h 493591"/>
              <a:gd name="connsiteX23-205" fmla="*/ 281371 w 560550"/>
              <a:gd name="connsiteY23-206" fmla="*/ 127 h 493591"/>
              <a:gd name="connsiteX24-207" fmla="*/ 282090 w 560550"/>
              <a:gd name="connsiteY24-208" fmla="*/ 0 h 493591"/>
              <a:gd name="connsiteX0-209" fmla="*/ 282090 w 560550"/>
              <a:gd name="connsiteY0-210" fmla="*/ 0 h 493591"/>
              <a:gd name="connsiteX1-211" fmla="*/ 307359 w 560550"/>
              <a:gd name="connsiteY1-212" fmla="*/ 19328 h 493591"/>
              <a:gd name="connsiteX2-213" fmla="*/ 322151 w 560550"/>
              <a:gd name="connsiteY2-214" fmla="*/ 46641 h 493591"/>
              <a:gd name="connsiteX3-215" fmla="*/ 426075 w 560550"/>
              <a:gd name="connsiteY3-216" fmla="*/ 252279 h 493591"/>
              <a:gd name="connsiteX4-217" fmla="*/ 549713 w 560550"/>
              <a:gd name="connsiteY4-218" fmla="*/ 442022 h 493591"/>
              <a:gd name="connsiteX5-219" fmla="*/ 553726 w 560550"/>
              <a:gd name="connsiteY5-220" fmla="*/ 448555 h 493591"/>
              <a:gd name="connsiteX6-221" fmla="*/ 557360 w 560550"/>
              <a:gd name="connsiteY6-222" fmla="*/ 480662 h 493591"/>
              <a:gd name="connsiteX7-223" fmla="*/ 557111 w 560550"/>
              <a:gd name="connsiteY7-224" fmla="*/ 481348 h 493591"/>
              <a:gd name="connsiteX8-225" fmla="*/ 527738 w 560550"/>
              <a:gd name="connsiteY8-226" fmla="*/ 493568 h 493591"/>
              <a:gd name="connsiteX9-227" fmla="*/ 496688 w 560550"/>
              <a:gd name="connsiteY9-228" fmla="*/ 492722 h 493591"/>
              <a:gd name="connsiteX10-229" fmla="*/ 275338 w 560550"/>
              <a:gd name="connsiteY10-230" fmla="*/ 480778 h 493591"/>
              <a:gd name="connsiteX11-231" fmla="*/ 275975 w 560550"/>
              <a:gd name="connsiteY11-232" fmla="*/ 480403 h 493591"/>
              <a:gd name="connsiteX12-233" fmla="*/ 266629 w 560550"/>
              <a:gd name="connsiteY12-234" fmla="*/ 479903 h 493591"/>
              <a:gd name="connsiteX13-235" fmla="*/ 40497 w 560550"/>
              <a:gd name="connsiteY13-236" fmla="*/ 492105 h 493591"/>
              <a:gd name="connsiteX14-237" fmla="*/ 32832 w 560550"/>
              <a:gd name="connsiteY14-238" fmla="*/ 492314 h 493591"/>
              <a:gd name="connsiteX15-239" fmla="*/ 3210 w 560550"/>
              <a:gd name="connsiteY15-240" fmla="*/ 479408 h 493591"/>
              <a:gd name="connsiteX16-241" fmla="*/ 2740 w 560550"/>
              <a:gd name="connsiteY16-242" fmla="*/ 478849 h 493591"/>
              <a:gd name="connsiteX17-243" fmla="*/ 6844 w 560550"/>
              <a:gd name="connsiteY17-244" fmla="*/ 447301 h 493591"/>
              <a:gd name="connsiteX18-245" fmla="*/ 23102 w 560550"/>
              <a:gd name="connsiteY18-246" fmla="*/ 420834 h 493591"/>
              <a:gd name="connsiteX19-247" fmla="*/ 149231 w 560550"/>
              <a:gd name="connsiteY19-248" fmla="*/ 228009 h 493591"/>
              <a:gd name="connsiteX20-249" fmla="*/ 251731 w 560550"/>
              <a:gd name="connsiteY20-250" fmla="*/ 26070 h 493591"/>
              <a:gd name="connsiteX21-251" fmla="*/ 255383 w 560550"/>
              <a:gd name="connsiteY21-252" fmla="*/ 19328 h 493591"/>
              <a:gd name="connsiteX22-253" fmla="*/ 281371 w 560550"/>
              <a:gd name="connsiteY22-254" fmla="*/ 127 h 493591"/>
              <a:gd name="connsiteX23-255" fmla="*/ 282090 w 560550"/>
              <a:gd name="connsiteY23-256" fmla="*/ 0 h 493591"/>
              <a:gd name="connsiteX0-257" fmla="*/ 282090 w 560550"/>
              <a:gd name="connsiteY0-258" fmla="*/ 0 h 493591"/>
              <a:gd name="connsiteX1-259" fmla="*/ 307359 w 560550"/>
              <a:gd name="connsiteY1-260" fmla="*/ 19328 h 493591"/>
              <a:gd name="connsiteX2-261" fmla="*/ 322151 w 560550"/>
              <a:gd name="connsiteY2-262" fmla="*/ 46641 h 493591"/>
              <a:gd name="connsiteX3-263" fmla="*/ 426075 w 560550"/>
              <a:gd name="connsiteY3-264" fmla="*/ 252279 h 493591"/>
              <a:gd name="connsiteX4-265" fmla="*/ 549713 w 560550"/>
              <a:gd name="connsiteY4-266" fmla="*/ 442022 h 493591"/>
              <a:gd name="connsiteX5-267" fmla="*/ 553726 w 560550"/>
              <a:gd name="connsiteY5-268" fmla="*/ 448555 h 493591"/>
              <a:gd name="connsiteX6-269" fmla="*/ 557360 w 560550"/>
              <a:gd name="connsiteY6-270" fmla="*/ 480662 h 493591"/>
              <a:gd name="connsiteX7-271" fmla="*/ 557111 w 560550"/>
              <a:gd name="connsiteY7-272" fmla="*/ 481348 h 493591"/>
              <a:gd name="connsiteX8-273" fmla="*/ 527738 w 560550"/>
              <a:gd name="connsiteY8-274" fmla="*/ 493568 h 493591"/>
              <a:gd name="connsiteX9-275" fmla="*/ 496688 w 560550"/>
              <a:gd name="connsiteY9-276" fmla="*/ 492722 h 493591"/>
              <a:gd name="connsiteX10-277" fmla="*/ 275338 w 560550"/>
              <a:gd name="connsiteY10-278" fmla="*/ 480778 h 493591"/>
              <a:gd name="connsiteX11-279" fmla="*/ 275975 w 560550"/>
              <a:gd name="connsiteY11-280" fmla="*/ 480403 h 493591"/>
              <a:gd name="connsiteX12-281" fmla="*/ 266629 w 560550"/>
              <a:gd name="connsiteY12-282" fmla="*/ 479903 h 493591"/>
              <a:gd name="connsiteX13-283" fmla="*/ 40497 w 560550"/>
              <a:gd name="connsiteY13-284" fmla="*/ 492105 h 493591"/>
              <a:gd name="connsiteX14-285" fmla="*/ 32832 w 560550"/>
              <a:gd name="connsiteY14-286" fmla="*/ 492314 h 493591"/>
              <a:gd name="connsiteX15-287" fmla="*/ 3210 w 560550"/>
              <a:gd name="connsiteY15-288" fmla="*/ 479408 h 493591"/>
              <a:gd name="connsiteX16-289" fmla="*/ 2740 w 560550"/>
              <a:gd name="connsiteY16-290" fmla="*/ 478849 h 493591"/>
              <a:gd name="connsiteX17-291" fmla="*/ 6844 w 560550"/>
              <a:gd name="connsiteY17-292" fmla="*/ 447301 h 493591"/>
              <a:gd name="connsiteX18-293" fmla="*/ 23102 w 560550"/>
              <a:gd name="connsiteY18-294" fmla="*/ 420834 h 493591"/>
              <a:gd name="connsiteX19-295" fmla="*/ 149231 w 560550"/>
              <a:gd name="connsiteY19-296" fmla="*/ 228009 h 493591"/>
              <a:gd name="connsiteX20-297" fmla="*/ 251731 w 560550"/>
              <a:gd name="connsiteY20-298" fmla="*/ 26070 h 493591"/>
              <a:gd name="connsiteX21-299" fmla="*/ 255383 w 560550"/>
              <a:gd name="connsiteY21-300" fmla="*/ 19328 h 493591"/>
              <a:gd name="connsiteX22-301" fmla="*/ 281371 w 560550"/>
              <a:gd name="connsiteY22-302" fmla="*/ 127 h 493591"/>
              <a:gd name="connsiteX23-303" fmla="*/ 282090 w 560550"/>
              <a:gd name="connsiteY23-304" fmla="*/ 0 h 493591"/>
              <a:gd name="connsiteX0-305" fmla="*/ 282090 w 560550"/>
              <a:gd name="connsiteY0-306" fmla="*/ 0 h 493591"/>
              <a:gd name="connsiteX1-307" fmla="*/ 307359 w 560550"/>
              <a:gd name="connsiteY1-308" fmla="*/ 19328 h 493591"/>
              <a:gd name="connsiteX2-309" fmla="*/ 322151 w 560550"/>
              <a:gd name="connsiteY2-310" fmla="*/ 46641 h 493591"/>
              <a:gd name="connsiteX3-311" fmla="*/ 426075 w 560550"/>
              <a:gd name="connsiteY3-312" fmla="*/ 252279 h 493591"/>
              <a:gd name="connsiteX4-313" fmla="*/ 549713 w 560550"/>
              <a:gd name="connsiteY4-314" fmla="*/ 442022 h 493591"/>
              <a:gd name="connsiteX5-315" fmla="*/ 553726 w 560550"/>
              <a:gd name="connsiteY5-316" fmla="*/ 448555 h 493591"/>
              <a:gd name="connsiteX6-317" fmla="*/ 557360 w 560550"/>
              <a:gd name="connsiteY6-318" fmla="*/ 480662 h 493591"/>
              <a:gd name="connsiteX7-319" fmla="*/ 557111 w 560550"/>
              <a:gd name="connsiteY7-320" fmla="*/ 481348 h 493591"/>
              <a:gd name="connsiteX8-321" fmla="*/ 527738 w 560550"/>
              <a:gd name="connsiteY8-322" fmla="*/ 493568 h 493591"/>
              <a:gd name="connsiteX9-323" fmla="*/ 496688 w 560550"/>
              <a:gd name="connsiteY9-324" fmla="*/ 492722 h 493591"/>
              <a:gd name="connsiteX10-325" fmla="*/ 275338 w 560550"/>
              <a:gd name="connsiteY10-326" fmla="*/ 480778 h 493591"/>
              <a:gd name="connsiteX11-327" fmla="*/ 266629 w 560550"/>
              <a:gd name="connsiteY11-328" fmla="*/ 479903 h 493591"/>
              <a:gd name="connsiteX12-329" fmla="*/ 40497 w 560550"/>
              <a:gd name="connsiteY12-330" fmla="*/ 492105 h 493591"/>
              <a:gd name="connsiteX13-331" fmla="*/ 32832 w 560550"/>
              <a:gd name="connsiteY13-332" fmla="*/ 492314 h 493591"/>
              <a:gd name="connsiteX14-333" fmla="*/ 3210 w 560550"/>
              <a:gd name="connsiteY14-334" fmla="*/ 479408 h 493591"/>
              <a:gd name="connsiteX15-335" fmla="*/ 2740 w 560550"/>
              <a:gd name="connsiteY15-336" fmla="*/ 478849 h 493591"/>
              <a:gd name="connsiteX16-337" fmla="*/ 6844 w 560550"/>
              <a:gd name="connsiteY16-338" fmla="*/ 447301 h 493591"/>
              <a:gd name="connsiteX17-339" fmla="*/ 23102 w 560550"/>
              <a:gd name="connsiteY17-340" fmla="*/ 420834 h 493591"/>
              <a:gd name="connsiteX18-341" fmla="*/ 149231 w 560550"/>
              <a:gd name="connsiteY18-342" fmla="*/ 228009 h 493591"/>
              <a:gd name="connsiteX19-343" fmla="*/ 251731 w 560550"/>
              <a:gd name="connsiteY19-344" fmla="*/ 26070 h 493591"/>
              <a:gd name="connsiteX20-345" fmla="*/ 255383 w 560550"/>
              <a:gd name="connsiteY20-346" fmla="*/ 19328 h 493591"/>
              <a:gd name="connsiteX21-347" fmla="*/ 281371 w 560550"/>
              <a:gd name="connsiteY21-348" fmla="*/ 127 h 493591"/>
              <a:gd name="connsiteX22-349" fmla="*/ 282090 w 560550"/>
              <a:gd name="connsiteY22-350" fmla="*/ 0 h 493591"/>
              <a:gd name="connsiteX0-351" fmla="*/ 282090 w 560550"/>
              <a:gd name="connsiteY0-352" fmla="*/ 0 h 493591"/>
              <a:gd name="connsiteX1-353" fmla="*/ 307359 w 560550"/>
              <a:gd name="connsiteY1-354" fmla="*/ 19328 h 493591"/>
              <a:gd name="connsiteX2-355" fmla="*/ 322151 w 560550"/>
              <a:gd name="connsiteY2-356" fmla="*/ 46641 h 493591"/>
              <a:gd name="connsiteX3-357" fmla="*/ 426075 w 560550"/>
              <a:gd name="connsiteY3-358" fmla="*/ 252279 h 493591"/>
              <a:gd name="connsiteX4-359" fmla="*/ 549713 w 560550"/>
              <a:gd name="connsiteY4-360" fmla="*/ 442022 h 493591"/>
              <a:gd name="connsiteX5-361" fmla="*/ 553726 w 560550"/>
              <a:gd name="connsiteY5-362" fmla="*/ 448555 h 493591"/>
              <a:gd name="connsiteX6-363" fmla="*/ 557360 w 560550"/>
              <a:gd name="connsiteY6-364" fmla="*/ 480662 h 493591"/>
              <a:gd name="connsiteX7-365" fmla="*/ 557111 w 560550"/>
              <a:gd name="connsiteY7-366" fmla="*/ 481348 h 493591"/>
              <a:gd name="connsiteX8-367" fmla="*/ 527738 w 560550"/>
              <a:gd name="connsiteY8-368" fmla="*/ 493568 h 493591"/>
              <a:gd name="connsiteX9-369" fmla="*/ 496688 w 560550"/>
              <a:gd name="connsiteY9-370" fmla="*/ 492722 h 493591"/>
              <a:gd name="connsiteX10-371" fmla="*/ 266629 w 560550"/>
              <a:gd name="connsiteY10-372" fmla="*/ 479903 h 493591"/>
              <a:gd name="connsiteX11-373" fmla="*/ 40497 w 560550"/>
              <a:gd name="connsiteY11-374" fmla="*/ 492105 h 493591"/>
              <a:gd name="connsiteX12-375" fmla="*/ 32832 w 560550"/>
              <a:gd name="connsiteY12-376" fmla="*/ 492314 h 493591"/>
              <a:gd name="connsiteX13-377" fmla="*/ 3210 w 560550"/>
              <a:gd name="connsiteY13-378" fmla="*/ 479408 h 493591"/>
              <a:gd name="connsiteX14-379" fmla="*/ 2740 w 560550"/>
              <a:gd name="connsiteY14-380" fmla="*/ 478849 h 493591"/>
              <a:gd name="connsiteX15-381" fmla="*/ 6844 w 560550"/>
              <a:gd name="connsiteY15-382" fmla="*/ 447301 h 493591"/>
              <a:gd name="connsiteX16-383" fmla="*/ 23102 w 560550"/>
              <a:gd name="connsiteY16-384" fmla="*/ 420834 h 493591"/>
              <a:gd name="connsiteX17-385" fmla="*/ 149231 w 560550"/>
              <a:gd name="connsiteY17-386" fmla="*/ 228009 h 493591"/>
              <a:gd name="connsiteX18-387" fmla="*/ 251731 w 560550"/>
              <a:gd name="connsiteY18-388" fmla="*/ 26070 h 493591"/>
              <a:gd name="connsiteX19-389" fmla="*/ 255383 w 560550"/>
              <a:gd name="connsiteY19-390" fmla="*/ 19328 h 493591"/>
              <a:gd name="connsiteX20-391" fmla="*/ 281371 w 560550"/>
              <a:gd name="connsiteY20-392" fmla="*/ 127 h 493591"/>
              <a:gd name="connsiteX21-393" fmla="*/ 282090 w 560550"/>
              <a:gd name="connsiteY21-394" fmla="*/ 0 h 493591"/>
              <a:gd name="connsiteX0-395" fmla="*/ 282090 w 560550"/>
              <a:gd name="connsiteY0-396" fmla="*/ 0 h 493591"/>
              <a:gd name="connsiteX1-397" fmla="*/ 307359 w 560550"/>
              <a:gd name="connsiteY1-398" fmla="*/ 19328 h 493591"/>
              <a:gd name="connsiteX2-399" fmla="*/ 322151 w 560550"/>
              <a:gd name="connsiteY2-400" fmla="*/ 46641 h 493591"/>
              <a:gd name="connsiteX3-401" fmla="*/ 426075 w 560550"/>
              <a:gd name="connsiteY3-402" fmla="*/ 252279 h 493591"/>
              <a:gd name="connsiteX4-403" fmla="*/ 549713 w 560550"/>
              <a:gd name="connsiteY4-404" fmla="*/ 442022 h 493591"/>
              <a:gd name="connsiteX5-405" fmla="*/ 553726 w 560550"/>
              <a:gd name="connsiteY5-406" fmla="*/ 448555 h 493591"/>
              <a:gd name="connsiteX6-407" fmla="*/ 557360 w 560550"/>
              <a:gd name="connsiteY6-408" fmla="*/ 480662 h 493591"/>
              <a:gd name="connsiteX7-409" fmla="*/ 557111 w 560550"/>
              <a:gd name="connsiteY7-410" fmla="*/ 481348 h 493591"/>
              <a:gd name="connsiteX8-411" fmla="*/ 527738 w 560550"/>
              <a:gd name="connsiteY8-412" fmla="*/ 493568 h 493591"/>
              <a:gd name="connsiteX9-413" fmla="*/ 496688 w 560550"/>
              <a:gd name="connsiteY9-414" fmla="*/ 492722 h 493591"/>
              <a:gd name="connsiteX10-415" fmla="*/ 266629 w 560550"/>
              <a:gd name="connsiteY10-416" fmla="*/ 479903 h 493591"/>
              <a:gd name="connsiteX11-417" fmla="*/ 40497 w 560550"/>
              <a:gd name="connsiteY11-418" fmla="*/ 492105 h 493591"/>
              <a:gd name="connsiteX12-419" fmla="*/ 32832 w 560550"/>
              <a:gd name="connsiteY12-420" fmla="*/ 492314 h 493591"/>
              <a:gd name="connsiteX13-421" fmla="*/ 3210 w 560550"/>
              <a:gd name="connsiteY13-422" fmla="*/ 479408 h 493591"/>
              <a:gd name="connsiteX14-423" fmla="*/ 2740 w 560550"/>
              <a:gd name="connsiteY14-424" fmla="*/ 478849 h 493591"/>
              <a:gd name="connsiteX15-425" fmla="*/ 6844 w 560550"/>
              <a:gd name="connsiteY15-426" fmla="*/ 447301 h 493591"/>
              <a:gd name="connsiteX16-427" fmla="*/ 23102 w 560550"/>
              <a:gd name="connsiteY16-428" fmla="*/ 420834 h 493591"/>
              <a:gd name="connsiteX17-429" fmla="*/ 149231 w 560550"/>
              <a:gd name="connsiteY17-430" fmla="*/ 228009 h 493591"/>
              <a:gd name="connsiteX18-431" fmla="*/ 251731 w 560550"/>
              <a:gd name="connsiteY18-432" fmla="*/ 26070 h 493591"/>
              <a:gd name="connsiteX19-433" fmla="*/ 255383 w 560550"/>
              <a:gd name="connsiteY19-434" fmla="*/ 19328 h 493591"/>
              <a:gd name="connsiteX20-435" fmla="*/ 281371 w 560550"/>
              <a:gd name="connsiteY20-436" fmla="*/ 127 h 493591"/>
              <a:gd name="connsiteX21-437" fmla="*/ 282090 w 560550"/>
              <a:gd name="connsiteY21-438" fmla="*/ 0 h 49359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33" y="connsiteY16-34"/>
              </a:cxn>
              <a:cxn ang="0">
                <a:pos x="connsiteX17-35" y="connsiteY17-36"/>
              </a:cxn>
              <a:cxn ang="0">
                <a:pos x="connsiteX18-37" y="connsiteY18-38"/>
              </a:cxn>
              <a:cxn ang="0">
                <a:pos x="connsiteX19-39" y="connsiteY19-40"/>
              </a:cxn>
              <a:cxn ang="0">
                <a:pos x="connsiteX20-41" y="connsiteY20-42"/>
              </a:cxn>
              <a:cxn ang="0">
                <a:pos x="connsiteX21-43" y="connsiteY21-44"/>
              </a:cxn>
            </a:cxnLst>
            <a:rect l="l" t="t" r="r" b="b"/>
            <a:pathLst>
              <a:path w="560550" h="493591">
                <a:moveTo>
                  <a:pt x="282090" y="0"/>
                </a:moveTo>
                <a:cubicBezTo>
                  <a:pt x="291235" y="0"/>
                  <a:pt x="300381" y="6443"/>
                  <a:pt x="307359" y="19328"/>
                </a:cubicBezTo>
                <a:lnTo>
                  <a:pt x="322151" y="46641"/>
                </a:lnTo>
                <a:cubicBezTo>
                  <a:pt x="341937" y="85466"/>
                  <a:pt x="388148" y="186382"/>
                  <a:pt x="426075" y="252279"/>
                </a:cubicBezTo>
                <a:cubicBezTo>
                  <a:pt x="464002" y="318176"/>
                  <a:pt x="528438" y="409309"/>
                  <a:pt x="549713" y="442022"/>
                </a:cubicBezTo>
                <a:lnTo>
                  <a:pt x="553726" y="448555"/>
                </a:lnTo>
                <a:cubicBezTo>
                  <a:pt x="561598" y="461368"/>
                  <a:pt x="562451" y="472766"/>
                  <a:pt x="557360" y="480662"/>
                </a:cubicBezTo>
                <a:cubicBezTo>
                  <a:pt x="557347" y="480929"/>
                  <a:pt x="557231" y="481140"/>
                  <a:pt x="557111" y="481348"/>
                </a:cubicBezTo>
                <a:cubicBezTo>
                  <a:pt x="552538" y="489268"/>
                  <a:pt x="542386" y="493968"/>
                  <a:pt x="527738" y="493568"/>
                </a:cubicBezTo>
                <a:lnTo>
                  <a:pt x="496688" y="492722"/>
                </a:lnTo>
                <a:cubicBezTo>
                  <a:pt x="453170" y="490445"/>
                  <a:pt x="342661" y="480006"/>
                  <a:pt x="266629" y="479903"/>
                </a:cubicBezTo>
                <a:cubicBezTo>
                  <a:pt x="190597" y="479800"/>
                  <a:pt x="79463" y="490037"/>
                  <a:pt x="40497" y="492105"/>
                </a:cubicBezTo>
                <a:lnTo>
                  <a:pt x="32832" y="492314"/>
                </a:lnTo>
                <a:cubicBezTo>
                  <a:pt x="17800" y="492724"/>
                  <a:pt x="7502" y="487764"/>
                  <a:pt x="3210" y="479408"/>
                </a:cubicBezTo>
                <a:cubicBezTo>
                  <a:pt x="2985" y="479262"/>
                  <a:pt x="2860" y="479056"/>
                  <a:pt x="2740" y="478849"/>
                </a:cubicBezTo>
                <a:cubicBezTo>
                  <a:pt x="-1833" y="470928"/>
                  <a:pt x="-826" y="459787"/>
                  <a:pt x="6844" y="447301"/>
                </a:cubicBezTo>
                <a:lnTo>
                  <a:pt x="23102" y="420834"/>
                </a:lnTo>
                <a:cubicBezTo>
                  <a:pt x="46833" y="384285"/>
                  <a:pt x="111126" y="293803"/>
                  <a:pt x="149231" y="228009"/>
                </a:cubicBezTo>
                <a:cubicBezTo>
                  <a:pt x="187336" y="162215"/>
                  <a:pt x="234039" y="60850"/>
                  <a:pt x="251731" y="26070"/>
                </a:cubicBezTo>
                <a:lnTo>
                  <a:pt x="255383" y="19328"/>
                </a:lnTo>
                <a:cubicBezTo>
                  <a:pt x="262543" y="6104"/>
                  <a:pt x="271988" y="-334"/>
                  <a:pt x="281371" y="127"/>
                </a:cubicBezTo>
                <a:cubicBezTo>
                  <a:pt x="281609" y="5"/>
                  <a:pt x="281850" y="0"/>
                  <a:pt x="28209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zh-CN" altLang="en-US">
              <a:solidFill>
                <a:srgbClr val="FFFFFF"/>
              </a:solidFill>
              <a:latin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12" name="KSO_Shape"/>
          <p:cNvSpPr/>
          <p:nvPr>
            <p:custDataLst>
              <p:tags r:id="rId10"/>
            </p:custDataLst>
          </p:nvPr>
        </p:nvSpPr>
        <p:spPr>
          <a:xfrm rot="1275228">
            <a:off x="3003550" y="2360613"/>
            <a:ext cx="193675" cy="169862"/>
          </a:xfrm>
          <a:custGeom>
            <a:avLst/>
            <a:gdLst>
              <a:gd name="connsiteX0" fmla="*/ 282090 w 560550"/>
              <a:gd name="connsiteY0" fmla="*/ 0 h 493591"/>
              <a:gd name="connsiteX1" fmla="*/ 307359 w 560550"/>
              <a:gd name="connsiteY1" fmla="*/ 19328 h 493591"/>
              <a:gd name="connsiteX2" fmla="*/ 322151 w 560550"/>
              <a:gd name="connsiteY2" fmla="*/ 46641 h 493591"/>
              <a:gd name="connsiteX3" fmla="*/ 422483 w 560550"/>
              <a:gd name="connsiteY3" fmla="*/ 244308 h 493591"/>
              <a:gd name="connsiteX4" fmla="*/ 421839 w 560550"/>
              <a:gd name="connsiteY4" fmla="*/ 243943 h 493591"/>
              <a:gd name="connsiteX5" fmla="*/ 426075 w 560550"/>
              <a:gd name="connsiteY5" fmla="*/ 252279 h 493591"/>
              <a:gd name="connsiteX6" fmla="*/ 549713 w 560550"/>
              <a:gd name="connsiteY6" fmla="*/ 442022 h 493591"/>
              <a:gd name="connsiteX7" fmla="*/ 553726 w 560550"/>
              <a:gd name="connsiteY7" fmla="*/ 448555 h 493591"/>
              <a:gd name="connsiteX8" fmla="*/ 557360 w 560550"/>
              <a:gd name="connsiteY8" fmla="*/ 480662 h 493591"/>
              <a:gd name="connsiteX9" fmla="*/ 557111 w 560550"/>
              <a:gd name="connsiteY9" fmla="*/ 481348 h 493591"/>
              <a:gd name="connsiteX10" fmla="*/ 527738 w 560550"/>
              <a:gd name="connsiteY10" fmla="*/ 493568 h 493591"/>
              <a:gd name="connsiteX11" fmla="*/ 496688 w 560550"/>
              <a:gd name="connsiteY11" fmla="*/ 492722 h 493591"/>
              <a:gd name="connsiteX12" fmla="*/ 275338 w 560550"/>
              <a:gd name="connsiteY12" fmla="*/ 480778 h 493591"/>
              <a:gd name="connsiteX13" fmla="*/ 275975 w 560550"/>
              <a:gd name="connsiteY13" fmla="*/ 480403 h 493591"/>
              <a:gd name="connsiteX14" fmla="*/ 266629 w 560550"/>
              <a:gd name="connsiteY14" fmla="*/ 479903 h 493591"/>
              <a:gd name="connsiteX15" fmla="*/ 40497 w 560550"/>
              <a:gd name="connsiteY15" fmla="*/ 492105 h 493591"/>
              <a:gd name="connsiteX16" fmla="*/ 32832 w 560550"/>
              <a:gd name="connsiteY16" fmla="*/ 492314 h 493591"/>
              <a:gd name="connsiteX17" fmla="*/ 3210 w 560550"/>
              <a:gd name="connsiteY17" fmla="*/ 479408 h 493591"/>
              <a:gd name="connsiteX18" fmla="*/ 2740 w 560550"/>
              <a:gd name="connsiteY18" fmla="*/ 478849 h 493591"/>
              <a:gd name="connsiteX19" fmla="*/ 6844 w 560550"/>
              <a:gd name="connsiteY19" fmla="*/ 447301 h 493591"/>
              <a:gd name="connsiteX20" fmla="*/ 23102 w 560550"/>
              <a:gd name="connsiteY20" fmla="*/ 420834 h 493591"/>
              <a:gd name="connsiteX21" fmla="*/ 144121 w 560550"/>
              <a:gd name="connsiteY21" fmla="*/ 235111 h 493591"/>
              <a:gd name="connsiteX22" fmla="*/ 144127 w 560550"/>
              <a:gd name="connsiteY22" fmla="*/ 235851 h 493591"/>
              <a:gd name="connsiteX23" fmla="*/ 149231 w 560550"/>
              <a:gd name="connsiteY23" fmla="*/ 228009 h 493591"/>
              <a:gd name="connsiteX24" fmla="*/ 251731 w 560550"/>
              <a:gd name="connsiteY24" fmla="*/ 26070 h 493591"/>
              <a:gd name="connsiteX25" fmla="*/ 255383 w 560550"/>
              <a:gd name="connsiteY25" fmla="*/ 19328 h 493591"/>
              <a:gd name="connsiteX26" fmla="*/ 281371 w 560550"/>
              <a:gd name="connsiteY26" fmla="*/ 127 h 493591"/>
              <a:gd name="connsiteX27" fmla="*/ 282090 w 560550"/>
              <a:gd name="connsiteY27" fmla="*/ 0 h 493591"/>
              <a:gd name="connsiteX0-1" fmla="*/ 282090 w 560550"/>
              <a:gd name="connsiteY0-2" fmla="*/ 0 h 493591"/>
              <a:gd name="connsiteX1-3" fmla="*/ 307359 w 560550"/>
              <a:gd name="connsiteY1-4" fmla="*/ 19328 h 493591"/>
              <a:gd name="connsiteX2-5" fmla="*/ 322151 w 560550"/>
              <a:gd name="connsiteY2-6" fmla="*/ 46641 h 493591"/>
              <a:gd name="connsiteX3-7" fmla="*/ 422483 w 560550"/>
              <a:gd name="connsiteY3-8" fmla="*/ 244308 h 493591"/>
              <a:gd name="connsiteX4-9" fmla="*/ 426075 w 560550"/>
              <a:gd name="connsiteY4-10" fmla="*/ 252279 h 493591"/>
              <a:gd name="connsiteX5-11" fmla="*/ 549713 w 560550"/>
              <a:gd name="connsiteY5-12" fmla="*/ 442022 h 493591"/>
              <a:gd name="connsiteX6-13" fmla="*/ 553726 w 560550"/>
              <a:gd name="connsiteY6-14" fmla="*/ 448555 h 493591"/>
              <a:gd name="connsiteX7-15" fmla="*/ 557360 w 560550"/>
              <a:gd name="connsiteY7-16" fmla="*/ 480662 h 493591"/>
              <a:gd name="connsiteX8-17" fmla="*/ 557111 w 560550"/>
              <a:gd name="connsiteY8-18" fmla="*/ 481348 h 493591"/>
              <a:gd name="connsiteX9-19" fmla="*/ 527738 w 560550"/>
              <a:gd name="connsiteY9-20" fmla="*/ 493568 h 493591"/>
              <a:gd name="connsiteX10-21" fmla="*/ 496688 w 560550"/>
              <a:gd name="connsiteY10-22" fmla="*/ 492722 h 493591"/>
              <a:gd name="connsiteX11-23" fmla="*/ 275338 w 560550"/>
              <a:gd name="connsiteY11-24" fmla="*/ 480778 h 493591"/>
              <a:gd name="connsiteX12-25" fmla="*/ 275975 w 560550"/>
              <a:gd name="connsiteY12-26" fmla="*/ 480403 h 493591"/>
              <a:gd name="connsiteX13-27" fmla="*/ 266629 w 560550"/>
              <a:gd name="connsiteY13-28" fmla="*/ 479903 h 493591"/>
              <a:gd name="connsiteX14-29" fmla="*/ 40497 w 560550"/>
              <a:gd name="connsiteY14-30" fmla="*/ 492105 h 493591"/>
              <a:gd name="connsiteX15-31" fmla="*/ 32832 w 560550"/>
              <a:gd name="connsiteY15-32" fmla="*/ 492314 h 493591"/>
              <a:gd name="connsiteX16-33" fmla="*/ 3210 w 560550"/>
              <a:gd name="connsiteY16-34" fmla="*/ 479408 h 493591"/>
              <a:gd name="connsiteX17-35" fmla="*/ 2740 w 560550"/>
              <a:gd name="connsiteY17-36" fmla="*/ 478849 h 493591"/>
              <a:gd name="connsiteX18-37" fmla="*/ 6844 w 560550"/>
              <a:gd name="connsiteY18-38" fmla="*/ 447301 h 493591"/>
              <a:gd name="connsiteX19-39" fmla="*/ 23102 w 560550"/>
              <a:gd name="connsiteY19-40" fmla="*/ 420834 h 493591"/>
              <a:gd name="connsiteX20-41" fmla="*/ 144121 w 560550"/>
              <a:gd name="connsiteY20-42" fmla="*/ 235111 h 493591"/>
              <a:gd name="connsiteX21-43" fmla="*/ 144127 w 560550"/>
              <a:gd name="connsiteY21-44" fmla="*/ 235851 h 493591"/>
              <a:gd name="connsiteX22-45" fmla="*/ 149231 w 560550"/>
              <a:gd name="connsiteY22-46" fmla="*/ 228009 h 493591"/>
              <a:gd name="connsiteX23-47" fmla="*/ 251731 w 560550"/>
              <a:gd name="connsiteY23-48" fmla="*/ 26070 h 493591"/>
              <a:gd name="connsiteX24-49" fmla="*/ 255383 w 560550"/>
              <a:gd name="connsiteY24-50" fmla="*/ 19328 h 493591"/>
              <a:gd name="connsiteX25-51" fmla="*/ 281371 w 560550"/>
              <a:gd name="connsiteY25-52" fmla="*/ 127 h 493591"/>
              <a:gd name="connsiteX26-53" fmla="*/ 282090 w 560550"/>
              <a:gd name="connsiteY26-54" fmla="*/ 0 h 493591"/>
              <a:gd name="connsiteX0-55" fmla="*/ 282090 w 560550"/>
              <a:gd name="connsiteY0-56" fmla="*/ 0 h 493591"/>
              <a:gd name="connsiteX1-57" fmla="*/ 307359 w 560550"/>
              <a:gd name="connsiteY1-58" fmla="*/ 19328 h 493591"/>
              <a:gd name="connsiteX2-59" fmla="*/ 322151 w 560550"/>
              <a:gd name="connsiteY2-60" fmla="*/ 46641 h 493591"/>
              <a:gd name="connsiteX3-61" fmla="*/ 426075 w 560550"/>
              <a:gd name="connsiteY3-62" fmla="*/ 252279 h 493591"/>
              <a:gd name="connsiteX4-63" fmla="*/ 549713 w 560550"/>
              <a:gd name="connsiteY4-64" fmla="*/ 442022 h 493591"/>
              <a:gd name="connsiteX5-65" fmla="*/ 553726 w 560550"/>
              <a:gd name="connsiteY5-66" fmla="*/ 448555 h 493591"/>
              <a:gd name="connsiteX6-67" fmla="*/ 557360 w 560550"/>
              <a:gd name="connsiteY6-68" fmla="*/ 480662 h 493591"/>
              <a:gd name="connsiteX7-69" fmla="*/ 557111 w 560550"/>
              <a:gd name="connsiteY7-70" fmla="*/ 481348 h 493591"/>
              <a:gd name="connsiteX8-71" fmla="*/ 527738 w 560550"/>
              <a:gd name="connsiteY8-72" fmla="*/ 493568 h 493591"/>
              <a:gd name="connsiteX9-73" fmla="*/ 496688 w 560550"/>
              <a:gd name="connsiteY9-74" fmla="*/ 492722 h 493591"/>
              <a:gd name="connsiteX10-75" fmla="*/ 275338 w 560550"/>
              <a:gd name="connsiteY10-76" fmla="*/ 480778 h 493591"/>
              <a:gd name="connsiteX11-77" fmla="*/ 275975 w 560550"/>
              <a:gd name="connsiteY11-78" fmla="*/ 480403 h 493591"/>
              <a:gd name="connsiteX12-79" fmla="*/ 266629 w 560550"/>
              <a:gd name="connsiteY12-80" fmla="*/ 479903 h 493591"/>
              <a:gd name="connsiteX13-81" fmla="*/ 40497 w 560550"/>
              <a:gd name="connsiteY13-82" fmla="*/ 492105 h 493591"/>
              <a:gd name="connsiteX14-83" fmla="*/ 32832 w 560550"/>
              <a:gd name="connsiteY14-84" fmla="*/ 492314 h 493591"/>
              <a:gd name="connsiteX15-85" fmla="*/ 3210 w 560550"/>
              <a:gd name="connsiteY15-86" fmla="*/ 479408 h 493591"/>
              <a:gd name="connsiteX16-87" fmla="*/ 2740 w 560550"/>
              <a:gd name="connsiteY16-88" fmla="*/ 478849 h 493591"/>
              <a:gd name="connsiteX17-89" fmla="*/ 6844 w 560550"/>
              <a:gd name="connsiteY17-90" fmla="*/ 447301 h 493591"/>
              <a:gd name="connsiteX18-91" fmla="*/ 23102 w 560550"/>
              <a:gd name="connsiteY18-92" fmla="*/ 420834 h 493591"/>
              <a:gd name="connsiteX19-93" fmla="*/ 144121 w 560550"/>
              <a:gd name="connsiteY19-94" fmla="*/ 235111 h 493591"/>
              <a:gd name="connsiteX20-95" fmla="*/ 144127 w 560550"/>
              <a:gd name="connsiteY20-96" fmla="*/ 235851 h 493591"/>
              <a:gd name="connsiteX21-97" fmla="*/ 149231 w 560550"/>
              <a:gd name="connsiteY21-98" fmla="*/ 228009 h 493591"/>
              <a:gd name="connsiteX22-99" fmla="*/ 251731 w 560550"/>
              <a:gd name="connsiteY22-100" fmla="*/ 26070 h 493591"/>
              <a:gd name="connsiteX23-101" fmla="*/ 255383 w 560550"/>
              <a:gd name="connsiteY23-102" fmla="*/ 19328 h 493591"/>
              <a:gd name="connsiteX24-103" fmla="*/ 281371 w 560550"/>
              <a:gd name="connsiteY24-104" fmla="*/ 127 h 493591"/>
              <a:gd name="connsiteX25-105" fmla="*/ 282090 w 560550"/>
              <a:gd name="connsiteY25-106" fmla="*/ 0 h 493591"/>
              <a:gd name="connsiteX0-107" fmla="*/ 282090 w 560550"/>
              <a:gd name="connsiteY0-108" fmla="*/ 0 h 493591"/>
              <a:gd name="connsiteX1-109" fmla="*/ 307359 w 560550"/>
              <a:gd name="connsiteY1-110" fmla="*/ 19328 h 493591"/>
              <a:gd name="connsiteX2-111" fmla="*/ 322151 w 560550"/>
              <a:gd name="connsiteY2-112" fmla="*/ 46641 h 493591"/>
              <a:gd name="connsiteX3-113" fmla="*/ 426075 w 560550"/>
              <a:gd name="connsiteY3-114" fmla="*/ 252279 h 493591"/>
              <a:gd name="connsiteX4-115" fmla="*/ 549713 w 560550"/>
              <a:gd name="connsiteY4-116" fmla="*/ 442022 h 493591"/>
              <a:gd name="connsiteX5-117" fmla="*/ 553726 w 560550"/>
              <a:gd name="connsiteY5-118" fmla="*/ 448555 h 493591"/>
              <a:gd name="connsiteX6-119" fmla="*/ 557360 w 560550"/>
              <a:gd name="connsiteY6-120" fmla="*/ 480662 h 493591"/>
              <a:gd name="connsiteX7-121" fmla="*/ 557111 w 560550"/>
              <a:gd name="connsiteY7-122" fmla="*/ 481348 h 493591"/>
              <a:gd name="connsiteX8-123" fmla="*/ 527738 w 560550"/>
              <a:gd name="connsiteY8-124" fmla="*/ 493568 h 493591"/>
              <a:gd name="connsiteX9-125" fmla="*/ 496688 w 560550"/>
              <a:gd name="connsiteY9-126" fmla="*/ 492722 h 493591"/>
              <a:gd name="connsiteX10-127" fmla="*/ 275338 w 560550"/>
              <a:gd name="connsiteY10-128" fmla="*/ 480778 h 493591"/>
              <a:gd name="connsiteX11-129" fmla="*/ 275975 w 560550"/>
              <a:gd name="connsiteY11-130" fmla="*/ 480403 h 493591"/>
              <a:gd name="connsiteX12-131" fmla="*/ 266629 w 560550"/>
              <a:gd name="connsiteY12-132" fmla="*/ 479903 h 493591"/>
              <a:gd name="connsiteX13-133" fmla="*/ 40497 w 560550"/>
              <a:gd name="connsiteY13-134" fmla="*/ 492105 h 493591"/>
              <a:gd name="connsiteX14-135" fmla="*/ 32832 w 560550"/>
              <a:gd name="connsiteY14-136" fmla="*/ 492314 h 493591"/>
              <a:gd name="connsiteX15-137" fmla="*/ 3210 w 560550"/>
              <a:gd name="connsiteY15-138" fmla="*/ 479408 h 493591"/>
              <a:gd name="connsiteX16-139" fmla="*/ 2740 w 560550"/>
              <a:gd name="connsiteY16-140" fmla="*/ 478849 h 493591"/>
              <a:gd name="connsiteX17-141" fmla="*/ 6844 w 560550"/>
              <a:gd name="connsiteY17-142" fmla="*/ 447301 h 493591"/>
              <a:gd name="connsiteX18-143" fmla="*/ 23102 w 560550"/>
              <a:gd name="connsiteY18-144" fmla="*/ 420834 h 493591"/>
              <a:gd name="connsiteX19-145" fmla="*/ 144121 w 560550"/>
              <a:gd name="connsiteY19-146" fmla="*/ 235111 h 493591"/>
              <a:gd name="connsiteX20-147" fmla="*/ 144127 w 560550"/>
              <a:gd name="connsiteY20-148" fmla="*/ 235851 h 493591"/>
              <a:gd name="connsiteX21-149" fmla="*/ 149231 w 560550"/>
              <a:gd name="connsiteY21-150" fmla="*/ 228009 h 493591"/>
              <a:gd name="connsiteX22-151" fmla="*/ 251731 w 560550"/>
              <a:gd name="connsiteY22-152" fmla="*/ 26070 h 493591"/>
              <a:gd name="connsiteX23-153" fmla="*/ 255383 w 560550"/>
              <a:gd name="connsiteY23-154" fmla="*/ 19328 h 493591"/>
              <a:gd name="connsiteX24-155" fmla="*/ 281371 w 560550"/>
              <a:gd name="connsiteY24-156" fmla="*/ 127 h 493591"/>
              <a:gd name="connsiteX25-157" fmla="*/ 282090 w 560550"/>
              <a:gd name="connsiteY25-158" fmla="*/ 0 h 493591"/>
              <a:gd name="connsiteX0-159" fmla="*/ 282090 w 560550"/>
              <a:gd name="connsiteY0-160" fmla="*/ 0 h 493591"/>
              <a:gd name="connsiteX1-161" fmla="*/ 307359 w 560550"/>
              <a:gd name="connsiteY1-162" fmla="*/ 19328 h 493591"/>
              <a:gd name="connsiteX2-163" fmla="*/ 322151 w 560550"/>
              <a:gd name="connsiteY2-164" fmla="*/ 46641 h 493591"/>
              <a:gd name="connsiteX3-165" fmla="*/ 426075 w 560550"/>
              <a:gd name="connsiteY3-166" fmla="*/ 252279 h 493591"/>
              <a:gd name="connsiteX4-167" fmla="*/ 549713 w 560550"/>
              <a:gd name="connsiteY4-168" fmla="*/ 442022 h 493591"/>
              <a:gd name="connsiteX5-169" fmla="*/ 553726 w 560550"/>
              <a:gd name="connsiteY5-170" fmla="*/ 448555 h 493591"/>
              <a:gd name="connsiteX6-171" fmla="*/ 557360 w 560550"/>
              <a:gd name="connsiteY6-172" fmla="*/ 480662 h 493591"/>
              <a:gd name="connsiteX7-173" fmla="*/ 557111 w 560550"/>
              <a:gd name="connsiteY7-174" fmla="*/ 481348 h 493591"/>
              <a:gd name="connsiteX8-175" fmla="*/ 527738 w 560550"/>
              <a:gd name="connsiteY8-176" fmla="*/ 493568 h 493591"/>
              <a:gd name="connsiteX9-177" fmla="*/ 496688 w 560550"/>
              <a:gd name="connsiteY9-178" fmla="*/ 492722 h 493591"/>
              <a:gd name="connsiteX10-179" fmla="*/ 275338 w 560550"/>
              <a:gd name="connsiteY10-180" fmla="*/ 480778 h 493591"/>
              <a:gd name="connsiteX11-181" fmla="*/ 275975 w 560550"/>
              <a:gd name="connsiteY11-182" fmla="*/ 480403 h 493591"/>
              <a:gd name="connsiteX12-183" fmla="*/ 266629 w 560550"/>
              <a:gd name="connsiteY12-184" fmla="*/ 479903 h 493591"/>
              <a:gd name="connsiteX13-185" fmla="*/ 40497 w 560550"/>
              <a:gd name="connsiteY13-186" fmla="*/ 492105 h 493591"/>
              <a:gd name="connsiteX14-187" fmla="*/ 32832 w 560550"/>
              <a:gd name="connsiteY14-188" fmla="*/ 492314 h 493591"/>
              <a:gd name="connsiteX15-189" fmla="*/ 3210 w 560550"/>
              <a:gd name="connsiteY15-190" fmla="*/ 479408 h 493591"/>
              <a:gd name="connsiteX16-191" fmla="*/ 2740 w 560550"/>
              <a:gd name="connsiteY16-192" fmla="*/ 478849 h 493591"/>
              <a:gd name="connsiteX17-193" fmla="*/ 6844 w 560550"/>
              <a:gd name="connsiteY17-194" fmla="*/ 447301 h 493591"/>
              <a:gd name="connsiteX18-195" fmla="*/ 23102 w 560550"/>
              <a:gd name="connsiteY18-196" fmla="*/ 420834 h 493591"/>
              <a:gd name="connsiteX19-197" fmla="*/ 144121 w 560550"/>
              <a:gd name="connsiteY19-198" fmla="*/ 235111 h 493591"/>
              <a:gd name="connsiteX20-199" fmla="*/ 149231 w 560550"/>
              <a:gd name="connsiteY20-200" fmla="*/ 228009 h 493591"/>
              <a:gd name="connsiteX21-201" fmla="*/ 251731 w 560550"/>
              <a:gd name="connsiteY21-202" fmla="*/ 26070 h 493591"/>
              <a:gd name="connsiteX22-203" fmla="*/ 255383 w 560550"/>
              <a:gd name="connsiteY22-204" fmla="*/ 19328 h 493591"/>
              <a:gd name="connsiteX23-205" fmla="*/ 281371 w 560550"/>
              <a:gd name="connsiteY23-206" fmla="*/ 127 h 493591"/>
              <a:gd name="connsiteX24-207" fmla="*/ 282090 w 560550"/>
              <a:gd name="connsiteY24-208" fmla="*/ 0 h 493591"/>
              <a:gd name="connsiteX0-209" fmla="*/ 282090 w 560550"/>
              <a:gd name="connsiteY0-210" fmla="*/ 0 h 493591"/>
              <a:gd name="connsiteX1-211" fmla="*/ 307359 w 560550"/>
              <a:gd name="connsiteY1-212" fmla="*/ 19328 h 493591"/>
              <a:gd name="connsiteX2-213" fmla="*/ 322151 w 560550"/>
              <a:gd name="connsiteY2-214" fmla="*/ 46641 h 493591"/>
              <a:gd name="connsiteX3-215" fmla="*/ 426075 w 560550"/>
              <a:gd name="connsiteY3-216" fmla="*/ 252279 h 493591"/>
              <a:gd name="connsiteX4-217" fmla="*/ 549713 w 560550"/>
              <a:gd name="connsiteY4-218" fmla="*/ 442022 h 493591"/>
              <a:gd name="connsiteX5-219" fmla="*/ 553726 w 560550"/>
              <a:gd name="connsiteY5-220" fmla="*/ 448555 h 493591"/>
              <a:gd name="connsiteX6-221" fmla="*/ 557360 w 560550"/>
              <a:gd name="connsiteY6-222" fmla="*/ 480662 h 493591"/>
              <a:gd name="connsiteX7-223" fmla="*/ 557111 w 560550"/>
              <a:gd name="connsiteY7-224" fmla="*/ 481348 h 493591"/>
              <a:gd name="connsiteX8-225" fmla="*/ 527738 w 560550"/>
              <a:gd name="connsiteY8-226" fmla="*/ 493568 h 493591"/>
              <a:gd name="connsiteX9-227" fmla="*/ 496688 w 560550"/>
              <a:gd name="connsiteY9-228" fmla="*/ 492722 h 493591"/>
              <a:gd name="connsiteX10-229" fmla="*/ 275338 w 560550"/>
              <a:gd name="connsiteY10-230" fmla="*/ 480778 h 493591"/>
              <a:gd name="connsiteX11-231" fmla="*/ 275975 w 560550"/>
              <a:gd name="connsiteY11-232" fmla="*/ 480403 h 493591"/>
              <a:gd name="connsiteX12-233" fmla="*/ 266629 w 560550"/>
              <a:gd name="connsiteY12-234" fmla="*/ 479903 h 493591"/>
              <a:gd name="connsiteX13-235" fmla="*/ 40497 w 560550"/>
              <a:gd name="connsiteY13-236" fmla="*/ 492105 h 493591"/>
              <a:gd name="connsiteX14-237" fmla="*/ 32832 w 560550"/>
              <a:gd name="connsiteY14-238" fmla="*/ 492314 h 493591"/>
              <a:gd name="connsiteX15-239" fmla="*/ 3210 w 560550"/>
              <a:gd name="connsiteY15-240" fmla="*/ 479408 h 493591"/>
              <a:gd name="connsiteX16-241" fmla="*/ 2740 w 560550"/>
              <a:gd name="connsiteY16-242" fmla="*/ 478849 h 493591"/>
              <a:gd name="connsiteX17-243" fmla="*/ 6844 w 560550"/>
              <a:gd name="connsiteY17-244" fmla="*/ 447301 h 493591"/>
              <a:gd name="connsiteX18-245" fmla="*/ 23102 w 560550"/>
              <a:gd name="connsiteY18-246" fmla="*/ 420834 h 493591"/>
              <a:gd name="connsiteX19-247" fmla="*/ 149231 w 560550"/>
              <a:gd name="connsiteY19-248" fmla="*/ 228009 h 493591"/>
              <a:gd name="connsiteX20-249" fmla="*/ 251731 w 560550"/>
              <a:gd name="connsiteY20-250" fmla="*/ 26070 h 493591"/>
              <a:gd name="connsiteX21-251" fmla="*/ 255383 w 560550"/>
              <a:gd name="connsiteY21-252" fmla="*/ 19328 h 493591"/>
              <a:gd name="connsiteX22-253" fmla="*/ 281371 w 560550"/>
              <a:gd name="connsiteY22-254" fmla="*/ 127 h 493591"/>
              <a:gd name="connsiteX23-255" fmla="*/ 282090 w 560550"/>
              <a:gd name="connsiteY23-256" fmla="*/ 0 h 493591"/>
              <a:gd name="connsiteX0-257" fmla="*/ 282090 w 560550"/>
              <a:gd name="connsiteY0-258" fmla="*/ 0 h 493591"/>
              <a:gd name="connsiteX1-259" fmla="*/ 307359 w 560550"/>
              <a:gd name="connsiteY1-260" fmla="*/ 19328 h 493591"/>
              <a:gd name="connsiteX2-261" fmla="*/ 322151 w 560550"/>
              <a:gd name="connsiteY2-262" fmla="*/ 46641 h 493591"/>
              <a:gd name="connsiteX3-263" fmla="*/ 426075 w 560550"/>
              <a:gd name="connsiteY3-264" fmla="*/ 252279 h 493591"/>
              <a:gd name="connsiteX4-265" fmla="*/ 549713 w 560550"/>
              <a:gd name="connsiteY4-266" fmla="*/ 442022 h 493591"/>
              <a:gd name="connsiteX5-267" fmla="*/ 553726 w 560550"/>
              <a:gd name="connsiteY5-268" fmla="*/ 448555 h 493591"/>
              <a:gd name="connsiteX6-269" fmla="*/ 557360 w 560550"/>
              <a:gd name="connsiteY6-270" fmla="*/ 480662 h 493591"/>
              <a:gd name="connsiteX7-271" fmla="*/ 557111 w 560550"/>
              <a:gd name="connsiteY7-272" fmla="*/ 481348 h 493591"/>
              <a:gd name="connsiteX8-273" fmla="*/ 527738 w 560550"/>
              <a:gd name="connsiteY8-274" fmla="*/ 493568 h 493591"/>
              <a:gd name="connsiteX9-275" fmla="*/ 496688 w 560550"/>
              <a:gd name="connsiteY9-276" fmla="*/ 492722 h 493591"/>
              <a:gd name="connsiteX10-277" fmla="*/ 275338 w 560550"/>
              <a:gd name="connsiteY10-278" fmla="*/ 480778 h 493591"/>
              <a:gd name="connsiteX11-279" fmla="*/ 275975 w 560550"/>
              <a:gd name="connsiteY11-280" fmla="*/ 480403 h 493591"/>
              <a:gd name="connsiteX12-281" fmla="*/ 266629 w 560550"/>
              <a:gd name="connsiteY12-282" fmla="*/ 479903 h 493591"/>
              <a:gd name="connsiteX13-283" fmla="*/ 40497 w 560550"/>
              <a:gd name="connsiteY13-284" fmla="*/ 492105 h 493591"/>
              <a:gd name="connsiteX14-285" fmla="*/ 32832 w 560550"/>
              <a:gd name="connsiteY14-286" fmla="*/ 492314 h 493591"/>
              <a:gd name="connsiteX15-287" fmla="*/ 3210 w 560550"/>
              <a:gd name="connsiteY15-288" fmla="*/ 479408 h 493591"/>
              <a:gd name="connsiteX16-289" fmla="*/ 2740 w 560550"/>
              <a:gd name="connsiteY16-290" fmla="*/ 478849 h 493591"/>
              <a:gd name="connsiteX17-291" fmla="*/ 6844 w 560550"/>
              <a:gd name="connsiteY17-292" fmla="*/ 447301 h 493591"/>
              <a:gd name="connsiteX18-293" fmla="*/ 23102 w 560550"/>
              <a:gd name="connsiteY18-294" fmla="*/ 420834 h 493591"/>
              <a:gd name="connsiteX19-295" fmla="*/ 149231 w 560550"/>
              <a:gd name="connsiteY19-296" fmla="*/ 228009 h 493591"/>
              <a:gd name="connsiteX20-297" fmla="*/ 251731 w 560550"/>
              <a:gd name="connsiteY20-298" fmla="*/ 26070 h 493591"/>
              <a:gd name="connsiteX21-299" fmla="*/ 255383 w 560550"/>
              <a:gd name="connsiteY21-300" fmla="*/ 19328 h 493591"/>
              <a:gd name="connsiteX22-301" fmla="*/ 281371 w 560550"/>
              <a:gd name="connsiteY22-302" fmla="*/ 127 h 493591"/>
              <a:gd name="connsiteX23-303" fmla="*/ 282090 w 560550"/>
              <a:gd name="connsiteY23-304" fmla="*/ 0 h 493591"/>
              <a:gd name="connsiteX0-305" fmla="*/ 282090 w 560550"/>
              <a:gd name="connsiteY0-306" fmla="*/ 0 h 493591"/>
              <a:gd name="connsiteX1-307" fmla="*/ 307359 w 560550"/>
              <a:gd name="connsiteY1-308" fmla="*/ 19328 h 493591"/>
              <a:gd name="connsiteX2-309" fmla="*/ 322151 w 560550"/>
              <a:gd name="connsiteY2-310" fmla="*/ 46641 h 493591"/>
              <a:gd name="connsiteX3-311" fmla="*/ 426075 w 560550"/>
              <a:gd name="connsiteY3-312" fmla="*/ 252279 h 493591"/>
              <a:gd name="connsiteX4-313" fmla="*/ 549713 w 560550"/>
              <a:gd name="connsiteY4-314" fmla="*/ 442022 h 493591"/>
              <a:gd name="connsiteX5-315" fmla="*/ 553726 w 560550"/>
              <a:gd name="connsiteY5-316" fmla="*/ 448555 h 493591"/>
              <a:gd name="connsiteX6-317" fmla="*/ 557360 w 560550"/>
              <a:gd name="connsiteY6-318" fmla="*/ 480662 h 493591"/>
              <a:gd name="connsiteX7-319" fmla="*/ 557111 w 560550"/>
              <a:gd name="connsiteY7-320" fmla="*/ 481348 h 493591"/>
              <a:gd name="connsiteX8-321" fmla="*/ 527738 w 560550"/>
              <a:gd name="connsiteY8-322" fmla="*/ 493568 h 493591"/>
              <a:gd name="connsiteX9-323" fmla="*/ 496688 w 560550"/>
              <a:gd name="connsiteY9-324" fmla="*/ 492722 h 493591"/>
              <a:gd name="connsiteX10-325" fmla="*/ 275338 w 560550"/>
              <a:gd name="connsiteY10-326" fmla="*/ 480778 h 493591"/>
              <a:gd name="connsiteX11-327" fmla="*/ 266629 w 560550"/>
              <a:gd name="connsiteY11-328" fmla="*/ 479903 h 493591"/>
              <a:gd name="connsiteX12-329" fmla="*/ 40497 w 560550"/>
              <a:gd name="connsiteY12-330" fmla="*/ 492105 h 493591"/>
              <a:gd name="connsiteX13-331" fmla="*/ 32832 w 560550"/>
              <a:gd name="connsiteY13-332" fmla="*/ 492314 h 493591"/>
              <a:gd name="connsiteX14-333" fmla="*/ 3210 w 560550"/>
              <a:gd name="connsiteY14-334" fmla="*/ 479408 h 493591"/>
              <a:gd name="connsiteX15-335" fmla="*/ 2740 w 560550"/>
              <a:gd name="connsiteY15-336" fmla="*/ 478849 h 493591"/>
              <a:gd name="connsiteX16-337" fmla="*/ 6844 w 560550"/>
              <a:gd name="connsiteY16-338" fmla="*/ 447301 h 493591"/>
              <a:gd name="connsiteX17-339" fmla="*/ 23102 w 560550"/>
              <a:gd name="connsiteY17-340" fmla="*/ 420834 h 493591"/>
              <a:gd name="connsiteX18-341" fmla="*/ 149231 w 560550"/>
              <a:gd name="connsiteY18-342" fmla="*/ 228009 h 493591"/>
              <a:gd name="connsiteX19-343" fmla="*/ 251731 w 560550"/>
              <a:gd name="connsiteY19-344" fmla="*/ 26070 h 493591"/>
              <a:gd name="connsiteX20-345" fmla="*/ 255383 w 560550"/>
              <a:gd name="connsiteY20-346" fmla="*/ 19328 h 493591"/>
              <a:gd name="connsiteX21-347" fmla="*/ 281371 w 560550"/>
              <a:gd name="connsiteY21-348" fmla="*/ 127 h 493591"/>
              <a:gd name="connsiteX22-349" fmla="*/ 282090 w 560550"/>
              <a:gd name="connsiteY22-350" fmla="*/ 0 h 493591"/>
              <a:gd name="connsiteX0-351" fmla="*/ 282090 w 560550"/>
              <a:gd name="connsiteY0-352" fmla="*/ 0 h 493591"/>
              <a:gd name="connsiteX1-353" fmla="*/ 307359 w 560550"/>
              <a:gd name="connsiteY1-354" fmla="*/ 19328 h 493591"/>
              <a:gd name="connsiteX2-355" fmla="*/ 322151 w 560550"/>
              <a:gd name="connsiteY2-356" fmla="*/ 46641 h 493591"/>
              <a:gd name="connsiteX3-357" fmla="*/ 426075 w 560550"/>
              <a:gd name="connsiteY3-358" fmla="*/ 252279 h 493591"/>
              <a:gd name="connsiteX4-359" fmla="*/ 549713 w 560550"/>
              <a:gd name="connsiteY4-360" fmla="*/ 442022 h 493591"/>
              <a:gd name="connsiteX5-361" fmla="*/ 553726 w 560550"/>
              <a:gd name="connsiteY5-362" fmla="*/ 448555 h 493591"/>
              <a:gd name="connsiteX6-363" fmla="*/ 557360 w 560550"/>
              <a:gd name="connsiteY6-364" fmla="*/ 480662 h 493591"/>
              <a:gd name="connsiteX7-365" fmla="*/ 557111 w 560550"/>
              <a:gd name="connsiteY7-366" fmla="*/ 481348 h 493591"/>
              <a:gd name="connsiteX8-367" fmla="*/ 527738 w 560550"/>
              <a:gd name="connsiteY8-368" fmla="*/ 493568 h 493591"/>
              <a:gd name="connsiteX9-369" fmla="*/ 496688 w 560550"/>
              <a:gd name="connsiteY9-370" fmla="*/ 492722 h 493591"/>
              <a:gd name="connsiteX10-371" fmla="*/ 266629 w 560550"/>
              <a:gd name="connsiteY10-372" fmla="*/ 479903 h 493591"/>
              <a:gd name="connsiteX11-373" fmla="*/ 40497 w 560550"/>
              <a:gd name="connsiteY11-374" fmla="*/ 492105 h 493591"/>
              <a:gd name="connsiteX12-375" fmla="*/ 32832 w 560550"/>
              <a:gd name="connsiteY12-376" fmla="*/ 492314 h 493591"/>
              <a:gd name="connsiteX13-377" fmla="*/ 3210 w 560550"/>
              <a:gd name="connsiteY13-378" fmla="*/ 479408 h 493591"/>
              <a:gd name="connsiteX14-379" fmla="*/ 2740 w 560550"/>
              <a:gd name="connsiteY14-380" fmla="*/ 478849 h 493591"/>
              <a:gd name="connsiteX15-381" fmla="*/ 6844 w 560550"/>
              <a:gd name="connsiteY15-382" fmla="*/ 447301 h 493591"/>
              <a:gd name="connsiteX16-383" fmla="*/ 23102 w 560550"/>
              <a:gd name="connsiteY16-384" fmla="*/ 420834 h 493591"/>
              <a:gd name="connsiteX17-385" fmla="*/ 149231 w 560550"/>
              <a:gd name="connsiteY17-386" fmla="*/ 228009 h 493591"/>
              <a:gd name="connsiteX18-387" fmla="*/ 251731 w 560550"/>
              <a:gd name="connsiteY18-388" fmla="*/ 26070 h 493591"/>
              <a:gd name="connsiteX19-389" fmla="*/ 255383 w 560550"/>
              <a:gd name="connsiteY19-390" fmla="*/ 19328 h 493591"/>
              <a:gd name="connsiteX20-391" fmla="*/ 281371 w 560550"/>
              <a:gd name="connsiteY20-392" fmla="*/ 127 h 493591"/>
              <a:gd name="connsiteX21-393" fmla="*/ 282090 w 560550"/>
              <a:gd name="connsiteY21-394" fmla="*/ 0 h 493591"/>
              <a:gd name="connsiteX0-395" fmla="*/ 282090 w 560550"/>
              <a:gd name="connsiteY0-396" fmla="*/ 0 h 493591"/>
              <a:gd name="connsiteX1-397" fmla="*/ 307359 w 560550"/>
              <a:gd name="connsiteY1-398" fmla="*/ 19328 h 493591"/>
              <a:gd name="connsiteX2-399" fmla="*/ 322151 w 560550"/>
              <a:gd name="connsiteY2-400" fmla="*/ 46641 h 493591"/>
              <a:gd name="connsiteX3-401" fmla="*/ 426075 w 560550"/>
              <a:gd name="connsiteY3-402" fmla="*/ 252279 h 493591"/>
              <a:gd name="connsiteX4-403" fmla="*/ 549713 w 560550"/>
              <a:gd name="connsiteY4-404" fmla="*/ 442022 h 493591"/>
              <a:gd name="connsiteX5-405" fmla="*/ 553726 w 560550"/>
              <a:gd name="connsiteY5-406" fmla="*/ 448555 h 493591"/>
              <a:gd name="connsiteX6-407" fmla="*/ 557360 w 560550"/>
              <a:gd name="connsiteY6-408" fmla="*/ 480662 h 493591"/>
              <a:gd name="connsiteX7-409" fmla="*/ 557111 w 560550"/>
              <a:gd name="connsiteY7-410" fmla="*/ 481348 h 493591"/>
              <a:gd name="connsiteX8-411" fmla="*/ 527738 w 560550"/>
              <a:gd name="connsiteY8-412" fmla="*/ 493568 h 493591"/>
              <a:gd name="connsiteX9-413" fmla="*/ 496688 w 560550"/>
              <a:gd name="connsiteY9-414" fmla="*/ 492722 h 493591"/>
              <a:gd name="connsiteX10-415" fmla="*/ 266629 w 560550"/>
              <a:gd name="connsiteY10-416" fmla="*/ 479903 h 493591"/>
              <a:gd name="connsiteX11-417" fmla="*/ 40497 w 560550"/>
              <a:gd name="connsiteY11-418" fmla="*/ 492105 h 493591"/>
              <a:gd name="connsiteX12-419" fmla="*/ 32832 w 560550"/>
              <a:gd name="connsiteY12-420" fmla="*/ 492314 h 493591"/>
              <a:gd name="connsiteX13-421" fmla="*/ 3210 w 560550"/>
              <a:gd name="connsiteY13-422" fmla="*/ 479408 h 493591"/>
              <a:gd name="connsiteX14-423" fmla="*/ 2740 w 560550"/>
              <a:gd name="connsiteY14-424" fmla="*/ 478849 h 493591"/>
              <a:gd name="connsiteX15-425" fmla="*/ 6844 w 560550"/>
              <a:gd name="connsiteY15-426" fmla="*/ 447301 h 493591"/>
              <a:gd name="connsiteX16-427" fmla="*/ 23102 w 560550"/>
              <a:gd name="connsiteY16-428" fmla="*/ 420834 h 493591"/>
              <a:gd name="connsiteX17-429" fmla="*/ 149231 w 560550"/>
              <a:gd name="connsiteY17-430" fmla="*/ 228009 h 493591"/>
              <a:gd name="connsiteX18-431" fmla="*/ 251731 w 560550"/>
              <a:gd name="connsiteY18-432" fmla="*/ 26070 h 493591"/>
              <a:gd name="connsiteX19-433" fmla="*/ 255383 w 560550"/>
              <a:gd name="connsiteY19-434" fmla="*/ 19328 h 493591"/>
              <a:gd name="connsiteX20-435" fmla="*/ 281371 w 560550"/>
              <a:gd name="connsiteY20-436" fmla="*/ 127 h 493591"/>
              <a:gd name="connsiteX21-437" fmla="*/ 282090 w 560550"/>
              <a:gd name="connsiteY21-438" fmla="*/ 0 h 49359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33" y="connsiteY16-34"/>
              </a:cxn>
              <a:cxn ang="0">
                <a:pos x="connsiteX17-35" y="connsiteY17-36"/>
              </a:cxn>
              <a:cxn ang="0">
                <a:pos x="connsiteX18-37" y="connsiteY18-38"/>
              </a:cxn>
              <a:cxn ang="0">
                <a:pos x="connsiteX19-39" y="connsiteY19-40"/>
              </a:cxn>
              <a:cxn ang="0">
                <a:pos x="connsiteX20-41" y="connsiteY20-42"/>
              </a:cxn>
              <a:cxn ang="0">
                <a:pos x="connsiteX21-43" y="connsiteY21-44"/>
              </a:cxn>
            </a:cxnLst>
            <a:rect l="l" t="t" r="r" b="b"/>
            <a:pathLst>
              <a:path w="560550" h="493591">
                <a:moveTo>
                  <a:pt x="282090" y="0"/>
                </a:moveTo>
                <a:cubicBezTo>
                  <a:pt x="291235" y="0"/>
                  <a:pt x="300381" y="6443"/>
                  <a:pt x="307359" y="19328"/>
                </a:cubicBezTo>
                <a:lnTo>
                  <a:pt x="322151" y="46641"/>
                </a:lnTo>
                <a:cubicBezTo>
                  <a:pt x="341937" y="85466"/>
                  <a:pt x="388148" y="186382"/>
                  <a:pt x="426075" y="252279"/>
                </a:cubicBezTo>
                <a:cubicBezTo>
                  <a:pt x="464002" y="318176"/>
                  <a:pt x="528438" y="409309"/>
                  <a:pt x="549713" y="442022"/>
                </a:cubicBezTo>
                <a:lnTo>
                  <a:pt x="553726" y="448555"/>
                </a:lnTo>
                <a:cubicBezTo>
                  <a:pt x="561598" y="461368"/>
                  <a:pt x="562451" y="472766"/>
                  <a:pt x="557360" y="480662"/>
                </a:cubicBezTo>
                <a:cubicBezTo>
                  <a:pt x="557347" y="480929"/>
                  <a:pt x="557231" y="481140"/>
                  <a:pt x="557111" y="481348"/>
                </a:cubicBezTo>
                <a:cubicBezTo>
                  <a:pt x="552538" y="489268"/>
                  <a:pt x="542386" y="493968"/>
                  <a:pt x="527738" y="493568"/>
                </a:cubicBezTo>
                <a:lnTo>
                  <a:pt x="496688" y="492722"/>
                </a:lnTo>
                <a:cubicBezTo>
                  <a:pt x="453170" y="490445"/>
                  <a:pt x="342661" y="480006"/>
                  <a:pt x="266629" y="479903"/>
                </a:cubicBezTo>
                <a:cubicBezTo>
                  <a:pt x="190597" y="479800"/>
                  <a:pt x="79463" y="490037"/>
                  <a:pt x="40497" y="492105"/>
                </a:cubicBezTo>
                <a:lnTo>
                  <a:pt x="32832" y="492314"/>
                </a:lnTo>
                <a:cubicBezTo>
                  <a:pt x="17800" y="492724"/>
                  <a:pt x="7502" y="487764"/>
                  <a:pt x="3210" y="479408"/>
                </a:cubicBezTo>
                <a:cubicBezTo>
                  <a:pt x="2985" y="479262"/>
                  <a:pt x="2860" y="479056"/>
                  <a:pt x="2740" y="478849"/>
                </a:cubicBezTo>
                <a:cubicBezTo>
                  <a:pt x="-1833" y="470928"/>
                  <a:pt x="-826" y="459787"/>
                  <a:pt x="6844" y="447301"/>
                </a:cubicBezTo>
                <a:lnTo>
                  <a:pt x="23102" y="420834"/>
                </a:lnTo>
                <a:cubicBezTo>
                  <a:pt x="46833" y="384285"/>
                  <a:pt x="111126" y="293803"/>
                  <a:pt x="149231" y="228009"/>
                </a:cubicBezTo>
                <a:cubicBezTo>
                  <a:pt x="187336" y="162215"/>
                  <a:pt x="234039" y="60850"/>
                  <a:pt x="251731" y="26070"/>
                </a:cubicBezTo>
                <a:lnTo>
                  <a:pt x="255383" y="19328"/>
                </a:lnTo>
                <a:cubicBezTo>
                  <a:pt x="262543" y="6104"/>
                  <a:pt x="271988" y="-334"/>
                  <a:pt x="281371" y="127"/>
                </a:cubicBezTo>
                <a:cubicBezTo>
                  <a:pt x="281609" y="5"/>
                  <a:pt x="281850" y="0"/>
                  <a:pt x="28209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zh-CN" altLang="en-US">
              <a:solidFill>
                <a:srgbClr val="FFFFFF"/>
              </a:solidFill>
              <a:latin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13" name="KSO_Shape"/>
          <p:cNvSpPr/>
          <p:nvPr>
            <p:custDataLst>
              <p:tags r:id="rId11"/>
            </p:custDataLst>
          </p:nvPr>
        </p:nvSpPr>
        <p:spPr>
          <a:xfrm rot="2175228">
            <a:off x="3209925" y="2478088"/>
            <a:ext cx="193675" cy="171450"/>
          </a:xfrm>
          <a:custGeom>
            <a:avLst/>
            <a:gdLst>
              <a:gd name="connsiteX0" fmla="*/ 282090 w 560550"/>
              <a:gd name="connsiteY0" fmla="*/ 0 h 493591"/>
              <a:gd name="connsiteX1" fmla="*/ 307359 w 560550"/>
              <a:gd name="connsiteY1" fmla="*/ 19328 h 493591"/>
              <a:gd name="connsiteX2" fmla="*/ 322151 w 560550"/>
              <a:gd name="connsiteY2" fmla="*/ 46641 h 493591"/>
              <a:gd name="connsiteX3" fmla="*/ 422483 w 560550"/>
              <a:gd name="connsiteY3" fmla="*/ 244308 h 493591"/>
              <a:gd name="connsiteX4" fmla="*/ 421839 w 560550"/>
              <a:gd name="connsiteY4" fmla="*/ 243943 h 493591"/>
              <a:gd name="connsiteX5" fmla="*/ 426075 w 560550"/>
              <a:gd name="connsiteY5" fmla="*/ 252279 h 493591"/>
              <a:gd name="connsiteX6" fmla="*/ 549713 w 560550"/>
              <a:gd name="connsiteY6" fmla="*/ 442022 h 493591"/>
              <a:gd name="connsiteX7" fmla="*/ 553726 w 560550"/>
              <a:gd name="connsiteY7" fmla="*/ 448555 h 493591"/>
              <a:gd name="connsiteX8" fmla="*/ 557360 w 560550"/>
              <a:gd name="connsiteY8" fmla="*/ 480662 h 493591"/>
              <a:gd name="connsiteX9" fmla="*/ 557111 w 560550"/>
              <a:gd name="connsiteY9" fmla="*/ 481348 h 493591"/>
              <a:gd name="connsiteX10" fmla="*/ 527738 w 560550"/>
              <a:gd name="connsiteY10" fmla="*/ 493568 h 493591"/>
              <a:gd name="connsiteX11" fmla="*/ 496688 w 560550"/>
              <a:gd name="connsiteY11" fmla="*/ 492722 h 493591"/>
              <a:gd name="connsiteX12" fmla="*/ 275338 w 560550"/>
              <a:gd name="connsiteY12" fmla="*/ 480778 h 493591"/>
              <a:gd name="connsiteX13" fmla="*/ 275975 w 560550"/>
              <a:gd name="connsiteY13" fmla="*/ 480403 h 493591"/>
              <a:gd name="connsiteX14" fmla="*/ 266629 w 560550"/>
              <a:gd name="connsiteY14" fmla="*/ 479903 h 493591"/>
              <a:gd name="connsiteX15" fmla="*/ 40497 w 560550"/>
              <a:gd name="connsiteY15" fmla="*/ 492105 h 493591"/>
              <a:gd name="connsiteX16" fmla="*/ 32832 w 560550"/>
              <a:gd name="connsiteY16" fmla="*/ 492314 h 493591"/>
              <a:gd name="connsiteX17" fmla="*/ 3210 w 560550"/>
              <a:gd name="connsiteY17" fmla="*/ 479408 h 493591"/>
              <a:gd name="connsiteX18" fmla="*/ 2740 w 560550"/>
              <a:gd name="connsiteY18" fmla="*/ 478849 h 493591"/>
              <a:gd name="connsiteX19" fmla="*/ 6844 w 560550"/>
              <a:gd name="connsiteY19" fmla="*/ 447301 h 493591"/>
              <a:gd name="connsiteX20" fmla="*/ 23102 w 560550"/>
              <a:gd name="connsiteY20" fmla="*/ 420834 h 493591"/>
              <a:gd name="connsiteX21" fmla="*/ 144121 w 560550"/>
              <a:gd name="connsiteY21" fmla="*/ 235111 h 493591"/>
              <a:gd name="connsiteX22" fmla="*/ 144127 w 560550"/>
              <a:gd name="connsiteY22" fmla="*/ 235851 h 493591"/>
              <a:gd name="connsiteX23" fmla="*/ 149231 w 560550"/>
              <a:gd name="connsiteY23" fmla="*/ 228009 h 493591"/>
              <a:gd name="connsiteX24" fmla="*/ 251731 w 560550"/>
              <a:gd name="connsiteY24" fmla="*/ 26070 h 493591"/>
              <a:gd name="connsiteX25" fmla="*/ 255383 w 560550"/>
              <a:gd name="connsiteY25" fmla="*/ 19328 h 493591"/>
              <a:gd name="connsiteX26" fmla="*/ 281371 w 560550"/>
              <a:gd name="connsiteY26" fmla="*/ 127 h 493591"/>
              <a:gd name="connsiteX27" fmla="*/ 282090 w 560550"/>
              <a:gd name="connsiteY27" fmla="*/ 0 h 493591"/>
              <a:gd name="connsiteX0-1" fmla="*/ 282090 w 560550"/>
              <a:gd name="connsiteY0-2" fmla="*/ 0 h 493591"/>
              <a:gd name="connsiteX1-3" fmla="*/ 307359 w 560550"/>
              <a:gd name="connsiteY1-4" fmla="*/ 19328 h 493591"/>
              <a:gd name="connsiteX2-5" fmla="*/ 322151 w 560550"/>
              <a:gd name="connsiteY2-6" fmla="*/ 46641 h 493591"/>
              <a:gd name="connsiteX3-7" fmla="*/ 422483 w 560550"/>
              <a:gd name="connsiteY3-8" fmla="*/ 244308 h 493591"/>
              <a:gd name="connsiteX4-9" fmla="*/ 426075 w 560550"/>
              <a:gd name="connsiteY4-10" fmla="*/ 252279 h 493591"/>
              <a:gd name="connsiteX5-11" fmla="*/ 549713 w 560550"/>
              <a:gd name="connsiteY5-12" fmla="*/ 442022 h 493591"/>
              <a:gd name="connsiteX6-13" fmla="*/ 553726 w 560550"/>
              <a:gd name="connsiteY6-14" fmla="*/ 448555 h 493591"/>
              <a:gd name="connsiteX7-15" fmla="*/ 557360 w 560550"/>
              <a:gd name="connsiteY7-16" fmla="*/ 480662 h 493591"/>
              <a:gd name="connsiteX8-17" fmla="*/ 557111 w 560550"/>
              <a:gd name="connsiteY8-18" fmla="*/ 481348 h 493591"/>
              <a:gd name="connsiteX9-19" fmla="*/ 527738 w 560550"/>
              <a:gd name="connsiteY9-20" fmla="*/ 493568 h 493591"/>
              <a:gd name="connsiteX10-21" fmla="*/ 496688 w 560550"/>
              <a:gd name="connsiteY10-22" fmla="*/ 492722 h 493591"/>
              <a:gd name="connsiteX11-23" fmla="*/ 275338 w 560550"/>
              <a:gd name="connsiteY11-24" fmla="*/ 480778 h 493591"/>
              <a:gd name="connsiteX12-25" fmla="*/ 275975 w 560550"/>
              <a:gd name="connsiteY12-26" fmla="*/ 480403 h 493591"/>
              <a:gd name="connsiteX13-27" fmla="*/ 266629 w 560550"/>
              <a:gd name="connsiteY13-28" fmla="*/ 479903 h 493591"/>
              <a:gd name="connsiteX14-29" fmla="*/ 40497 w 560550"/>
              <a:gd name="connsiteY14-30" fmla="*/ 492105 h 493591"/>
              <a:gd name="connsiteX15-31" fmla="*/ 32832 w 560550"/>
              <a:gd name="connsiteY15-32" fmla="*/ 492314 h 493591"/>
              <a:gd name="connsiteX16-33" fmla="*/ 3210 w 560550"/>
              <a:gd name="connsiteY16-34" fmla="*/ 479408 h 493591"/>
              <a:gd name="connsiteX17-35" fmla="*/ 2740 w 560550"/>
              <a:gd name="connsiteY17-36" fmla="*/ 478849 h 493591"/>
              <a:gd name="connsiteX18-37" fmla="*/ 6844 w 560550"/>
              <a:gd name="connsiteY18-38" fmla="*/ 447301 h 493591"/>
              <a:gd name="connsiteX19-39" fmla="*/ 23102 w 560550"/>
              <a:gd name="connsiteY19-40" fmla="*/ 420834 h 493591"/>
              <a:gd name="connsiteX20-41" fmla="*/ 144121 w 560550"/>
              <a:gd name="connsiteY20-42" fmla="*/ 235111 h 493591"/>
              <a:gd name="connsiteX21-43" fmla="*/ 144127 w 560550"/>
              <a:gd name="connsiteY21-44" fmla="*/ 235851 h 493591"/>
              <a:gd name="connsiteX22-45" fmla="*/ 149231 w 560550"/>
              <a:gd name="connsiteY22-46" fmla="*/ 228009 h 493591"/>
              <a:gd name="connsiteX23-47" fmla="*/ 251731 w 560550"/>
              <a:gd name="connsiteY23-48" fmla="*/ 26070 h 493591"/>
              <a:gd name="connsiteX24-49" fmla="*/ 255383 w 560550"/>
              <a:gd name="connsiteY24-50" fmla="*/ 19328 h 493591"/>
              <a:gd name="connsiteX25-51" fmla="*/ 281371 w 560550"/>
              <a:gd name="connsiteY25-52" fmla="*/ 127 h 493591"/>
              <a:gd name="connsiteX26-53" fmla="*/ 282090 w 560550"/>
              <a:gd name="connsiteY26-54" fmla="*/ 0 h 493591"/>
              <a:gd name="connsiteX0-55" fmla="*/ 282090 w 560550"/>
              <a:gd name="connsiteY0-56" fmla="*/ 0 h 493591"/>
              <a:gd name="connsiteX1-57" fmla="*/ 307359 w 560550"/>
              <a:gd name="connsiteY1-58" fmla="*/ 19328 h 493591"/>
              <a:gd name="connsiteX2-59" fmla="*/ 322151 w 560550"/>
              <a:gd name="connsiteY2-60" fmla="*/ 46641 h 493591"/>
              <a:gd name="connsiteX3-61" fmla="*/ 426075 w 560550"/>
              <a:gd name="connsiteY3-62" fmla="*/ 252279 h 493591"/>
              <a:gd name="connsiteX4-63" fmla="*/ 549713 w 560550"/>
              <a:gd name="connsiteY4-64" fmla="*/ 442022 h 493591"/>
              <a:gd name="connsiteX5-65" fmla="*/ 553726 w 560550"/>
              <a:gd name="connsiteY5-66" fmla="*/ 448555 h 493591"/>
              <a:gd name="connsiteX6-67" fmla="*/ 557360 w 560550"/>
              <a:gd name="connsiteY6-68" fmla="*/ 480662 h 493591"/>
              <a:gd name="connsiteX7-69" fmla="*/ 557111 w 560550"/>
              <a:gd name="connsiteY7-70" fmla="*/ 481348 h 493591"/>
              <a:gd name="connsiteX8-71" fmla="*/ 527738 w 560550"/>
              <a:gd name="connsiteY8-72" fmla="*/ 493568 h 493591"/>
              <a:gd name="connsiteX9-73" fmla="*/ 496688 w 560550"/>
              <a:gd name="connsiteY9-74" fmla="*/ 492722 h 493591"/>
              <a:gd name="connsiteX10-75" fmla="*/ 275338 w 560550"/>
              <a:gd name="connsiteY10-76" fmla="*/ 480778 h 493591"/>
              <a:gd name="connsiteX11-77" fmla="*/ 275975 w 560550"/>
              <a:gd name="connsiteY11-78" fmla="*/ 480403 h 493591"/>
              <a:gd name="connsiteX12-79" fmla="*/ 266629 w 560550"/>
              <a:gd name="connsiteY12-80" fmla="*/ 479903 h 493591"/>
              <a:gd name="connsiteX13-81" fmla="*/ 40497 w 560550"/>
              <a:gd name="connsiteY13-82" fmla="*/ 492105 h 493591"/>
              <a:gd name="connsiteX14-83" fmla="*/ 32832 w 560550"/>
              <a:gd name="connsiteY14-84" fmla="*/ 492314 h 493591"/>
              <a:gd name="connsiteX15-85" fmla="*/ 3210 w 560550"/>
              <a:gd name="connsiteY15-86" fmla="*/ 479408 h 493591"/>
              <a:gd name="connsiteX16-87" fmla="*/ 2740 w 560550"/>
              <a:gd name="connsiteY16-88" fmla="*/ 478849 h 493591"/>
              <a:gd name="connsiteX17-89" fmla="*/ 6844 w 560550"/>
              <a:gd name="connsiteY17-90" fmla="*/ 447301 h 493591"/>
              <a:gd name="connsiteX18-91" fmla="*/ 23102 w 560550"/>
              <a:gd name="connsiteY18-92" fmla="*/ 420834 h 493591"/>
              <a:gd name="connsiteX19-93" fmla="*/ 144121 w 560550"/>
              <a:gd name="connsiteY19-94" fmla="*/ 235111 h 493591"/>
              <a:gd name="connsiteX20-95" fmla="*/ 144127 w 560550"/>
              <a:gd name="connsiteY20-96" fmla="*/ 235851 h 493591"/>
              <a:gd name="connsiteX21-97" fmla="*/ 149231 w 560550"/>
              <a:gd name="connsiteY21-98" fmla="*/ 228009 h 493591"/>
              <a:gd name="connsiteX22-99" fmla="*/ 251731 w 560550"/>
              <a:gd name="connsiteY22-100" fmla="*/ 26070 h 493591"/>
              <a:gd name="connsiteX23-101" fmla="*/ 255383 w 560550"/>
              <a:gd name="connsiteY23-102" fmla="*/ 19328 h 493591"/>
              <a:gd name="connsiteX24-103" fmla="*/ 281371 w 560550"/>
              <a:gd name="connsiteY24-104" fmla="*/ 127 h 493591"/>
              <a:gd name="connsiteX25-105" fmla="*/ 282090 w 560550"/>
              <a:gd name="connsiteY25-106" fmla="*/ 0 h 493591"/>
              <a:gd name="connsiteX0-107" fmla="*/ 282090 w 560550"/>
              <a:gd name="connsiteY0-108" fmla="*/ 0 h 493591"/>
              <a:gd name="connsiteX1-109" fmla="*/ 307359 w 560550"/>
              <a:gd name="connsiteY1-110" fmla="*/ 19328 h 493591"/>
              <a:gd name="connsiteX2-111" fmla="*/ 322151 w 560550"/>
              <a:gd name="connsiteY2-112" fmla="*/ 46641 h 493591"/>
              <a:gd name="connsiteX3-113" fmla="*/ 426075 w 560550"/>
              <a:gd name="connsiteY3-114" fmla="*/ 252279 h 493591"/>
              <a:gd name="connsiteX4-115" fmla="*/ 549713 w 560550"/>
              <a:gd name="connsiteY4-116" fmla="*/ 442022 h 493591"/>
              <a:gd name="connsiteX5-117" fmla="*/ 553726 w 560550"/>
              <a:gd name="connsiteY5-118" fmla="*/ 448555 h 493591"/>
              <a:gd name="connsiteX6-119" fmla="*/ 557360 w 560550"/>
              <a:gd name="connsiteY6-120" fmla="*/ 480662 h 493591"/>
              <a:gd name="connsiteX7-121" fmla="*/ 557111 w 560550"/>
              <a:gd name="connsiteY7-122" fmla="*/ 481348 h 493591"/>
              <a:gd name="connsiteX8-123" fmla="*/ 527738 w 560550"/>
              <a:gd name="connsiteY8-124" fmla="*/ 493568 h 493591"/>
              <a:gd name="connsiteX9-125" fmla="*/ 496688 w 560550"/>
              <a:gd name="connsiteY9-126" fmla="*/ 492722 h 493591"/>
              <a:gd name="connsiteX10-127" fmla="*/ 275338 w 560550"/>
              <a:gd name="connsiteY10-128" fmla="*/ 480778 h 493591"/>
              <a:gd name="connsiteX11-129" fmla="*/ 275975 w 560550"/>
              <a:gd name="connsiteY11-130" fmla="*/ 480403 h 493591"/>
              <a:gd name="connsiteX12-131" fmla="*/ 266629 w 560550"/>
              <a:gd name="connsiteY12-132" fmla="*/ 479903 h 493591"/>
              <a:gd name="connsiteX13-133" fmla="*/ 40497 w 560550"/>
              <a:gd name="connsiteY13-134" fmla="*/ 492105 h 493591"/>
              <a:gd name="connsiteX14-135" fmla="*/ 32832 w 560550"/>
              <a:gd name="connsiteY14-136" fmla="*/ 492314 h 493591"/>
              <a:gd name="connsiteX15-137" fmla="*/ 3210 w 560550"/>
              <a:gd name="connsiteY15-138" fmla="*/ 479408 h 493591"/>
              <a:gd name="connsiteX16-139" fmla="*/ 2740 w 560550"/>
              <a:gd name="connsiteY16-140" fmla="*/ 478849 h 493591"/>
              <a:gd name="connsiteX17-141" fmla="*/ 6844 w 560550"/>
              <a:gd name="connsiteY17-142" fmla="*/ 447301 h 493591"/>
              <a:gd name="connsiteX18-143" fmla="*/ 23102 w 560550"/>
              <a:gd name="connsiteY18-144" fmla="*/ 420834 h 493591"/>
              <a:gd name="connsiteX19-145" fmla="*/ 144121 w 560550"/>
              <a:gd name="connsiteY19-146" fmla="*/ 235111 h 493591"/>
              <a:gd name="connsiteX20-147" fmla="*/ 144127 w 560550"/>
              <a:gd name="connsiteY20-148" fmla="*/ 235851 h 493591"/>
              <a:gd name="connsiteX21-149" fmla="*/ 149231 w 560550"/>
              <a:gd name="connsiteY21-150" fmla="*/ 228009 h 493591"/>
              <a:gd name="connsiteX22-151" fmla="*/ 251731 w 560550"/>
              <a:gd name="connsiteY22-152" fmla="*/ 26070 h 493591"/>
              <a:gd name="connsiteX23-153" fmla="*/ 255383 w 560550"/>
              <a:gd name="connsiteY23-154" fmla="*/ 19328 h 493591"/>
              <a:gd name="connsiteX24-155" fmla="*/ 281371 w 560550"/>
              <a:gd name="connsiteY24-156" fmla="*/ 127 h 493591"/>
              <a:gd name="connsiteX25-157" fmla="*/ 282090 w 560550"/>
              <a:gd name="connsiteY25-158" fmla="*/ 0 h 493591"/>
              <a:gd name="connsiteX0-159" fmla="*/ 282090 w 560550"/>
              <a:gd name="connsiteY0-160" fmla="*/ 0 h 493591"/>
              <a:gd name="connsiteX1-161" fmla="*/ 307359 w 560550"/>
              <a:gd name="connsiteY1-162" fmla="*/ 19328 h 493591"/>
              <a:gd name="connsiteX2-163" fmla="*/ 322151 w 560550"/>
              <a:gd name="connsiteY2-164" fmla="*/ 46641 h 493591"/>
              <a:gd name="connsiteX3-165" fmla="*/ 426075 w 560550"/>
              <a:gd name="connsiteY3-166" fmla="*/ 252279 h 493591"/>
              <a:gd name="connsiteX4-167" fmla="*/ 549713 w 560550"/>
              <a:gd name="connsiteY4-168" fmla="*/ 442022 h 493591"/>
              <a:gd name="connsiteX5-169" fmla="*/ 553726 w 560550"/>
              <a:gd name="connsiteY5-170" fmla="*/ 448555 h 493591"/>
              <a:gd name="connsiteX6-171" fmla="*/ 557360 w 560550"/>
              <a:gd name="connsiteY6-172" fmla="*/ 480662 h 493591"/>
              <a:gd name="connsiteX7-173" fmla="*/ 557111 w 560550"/>
              <a:gd name="connsiteY7-174" fmla="*/ 481348 h 493591"/>
              <a:gd name="connsiteX8-175" fmla="*/ 527738 w 560550"/>
              <a:gd name="connsiteY8-176" fmla="*/ 493568 h 493591"/>
              <a:gd name="connsiteX9-177" fmla="*/ 496688 w 560550"/>
              <a:gd name="connsiteY9-178" fmla="*/ 492722 h 493591"/>
              <a:gd name="connsiteX10-179" fmla="*/ 275338 w 560550"/>
              <a:gd name="connsiteY10-180" fmla="*/ 480778 h 493591"/>
              <a:gd name="connsiteX11-181" fmla="*/ 275975 w 560550"/>
              <a:gd name="connsiteY11-182" fmla="*/ 480403 h 493591"/>
              <a:gd name="connsiteX12-183" fmla="*/ 266629 w 560550"/>
              <a:gd name="connsiteY12-184" fmla="*/ 479903 h 493591"/>
              <a:gd name="connsiteX13-185" fmla="*/ 40497 w 560550"/>
              <a:gd name="connsiteY13-186" fmla="*/ 492105 h 493591"/>
              <a:gd name="connsiteX14-187" fmla="*/ 32832 w 560550"/>
              <a:gd name="connsiteY14-188" fmla="*/ 492314 h 493591"/>
              <a:gd name="connsiteX15-189" fmla="*/ 3210 w 560550"/>
              <a:gd name="connsiteY15-190" fmla="*/ 479408 h 493591"/>
              <a:gd name="connsiteX16-191" fmla="*/ 2740 w 560550"/>
              <a:gd name="connsiteY16-192" fmla="*/ 478849 h 493591"/>
              <a:gd name="connsiteX17-193" fmla="*/ 6844 w 560550"/>
              <a:gd name="connsiteY17-194" fmla="*/ 447301 h 493591"/>
              <a:gd name="connsiteX18-195" fmla="*/ 23102 w 560550"/>
              <a:gd name="connsiteY18-196" fmla="*/ 420834 h 493591"/>
              <a:gd name="connsiteX19-197" fmla="*/ 144121 w 560550"/>
              <a:gd name="connsiteY19-198" fmla="*/ 235111 h 493591"/>
              <a:gd name="connsiteX20-199" fmla="*/ 149231 w 560550"/>
              <a:gd name="connsiteY20-200" fmla="*/ 228009 h 493591"/>
              <a:gd name="connsiteX21-201" fmla="*/ 251731 w 560550"/>
              <a:gd name="connsiteY21-202" fmla="*/ 26070 h 493591"/>
              <a:gd name="connsiteX22-203" fmla="*/ 255383 w 560550"/>
              <a:gd name="connsiteY22-204" fmla="*/ 19328 h 493591"/>
              <a:gd name="connsiteX23-205" fmla="*/ 281371 w 560550"/>
              <a:gd name="connsiteY23-206" fmla="*/ 127 h 493591"/>
              <a:gd name="connsiteX24-207" fmla="*/ 282090 w 560550"/>
              <a:gd name="connsiteY24-208" fmla="*/ 0 h 493591"/>
              <a:gd name="connsiteX0-209" fmla="*/ 282090 w 560550"/>
              <a:gd name="connsiteY0-210" fmla="*/ 0 h 493591"/>
              <a:gd name="connsiteX1-211" fmla="*/ 307359 w 560550"/>
              <a:gd name="connsiteY1-212" fmla="*/ 19328 h 493591"/>
              <a:gd name="connsiteX2-213" fmla="*/ 322151 w 560550"/>
              <a:gd name="connsiteY2-214" fmla="*/ 46641 h 493591"/>
              <a:gd name="connsiteX3-215" fmla="*/ 426075 w 560550"/>
              <a:gd name="connsiteY3-216" fmla="*/ 252279 h 493591"/>
              <a:gd name="connsiteX4-217" fmla="*/ 549713 w 560550"/>
              <a:gd name="connsiteY4-218" fmla="*/ 442022 h 493591"/>
              <a:gd name="connsiteX5-219" fmla="*/ 553726 w 560550"/>
              <a:gd name="connsiteY5-220" fmla="*/ 448555 h 493591"/>
              <a:gd name="connsiteX6-221" fmla="*/ 557360 w 560550"/>
              <a:gd name="connsiteY6-222" fmla="*/ 480662 h 493591"/>
              <a:gd name="connsiteX7-223" fmla="*/ 557111 w 560550"/>
              <a:gd name="connsiteY7-224" fmla="*/ 481348 h 493591"/>
              <a:gd name="connsiteX8-225" fmla="*/ 527738 w 560550"/>
              <a:gd name="connsiteY8-226" fmla="*/ 493568 h 493591"/>
              <a:gd name="connsiteX9-227" fmla="*/ 496688 w 560550"/>
              <a:gd name="connsiteY9-228" fmla="*/ 492722 h 493591"/>
              <a:gd name="connsiteX10-229" fmla="*/ 275338 w 560550"/>
              <a:gd name="connsiteY10-230" fmla="*/ 480778 h 493591"/>
              <a:gd name="connsiteX11-231" fmla="*/ 275975 w 560550"/>
              <a:gd name="connsiteY11-232" fmla="*/ 480403 h 493591"/>
              <a:gd name="connsiteX12-233" fmla="*/ 266629 w 560550"/>
              <a:gd name="connsiteY12-234" fmla="*/ 479903 h 493591"/>
              <a:gd name="connsiteX13-235" fmla="*/ 40497 w 560550"/>
              <a:gd name="connsiteY13-236" fmla="*/ 492105 h 493591"/>
              <a:gd name="connsiteX14-237" fmla="*/ 32832 w 560550"/>
              <a:gd name="connsiteY14-238" fmla="*/ 492314 h 493591"/>
              <a:gd name="connsiteX15-239" fmla="*/ 3210 w 560550"/>
              <a:gd name="connsiteY15-240" fmla="*/ 479408 h 493591"/>
              <a:gd name="connsiteX16-241" fmla="*/ 2740 w 560550"/>
              <a:gd name="connsiteY16-242" fmla="*/ 478849 h 493591"/>
              <a:gd name="connsiteX17-243" fmla="*/ 6844 w 560550"/>
              <a:gd name="connsiteY17-244" fmla="*/ 447301 h 493591"/>
              <a:gd name="connsiteX18-245" fmla="*/ 23102 w 560550"/>
              <a:gd name="connsiteY18-246" fmla="*/ 420834 h 493591"/>
              <a:gd name="connsiteX19-247" fmla="*/ 149231 w 560550"/>
              <a:gd name="connsiteY19-248" fmla="*/ 228009 h 493591"/>
              <a:gd name="connsiteX20-249" fmla="*/ 251731 w 560550"/>
              <a:gd name="connsiteY20-250" fmla="*/ 26070 h 493591"/>
              <a:gd name="connsiteX21-251" fmla="*/ 255383 w 560550"/>
              <a:gd name="connsiteY21-252" fmla="*/ 19328 h 493591"/>
              <a:gd name="connsiteX22-253" fmla="*/ 281371 w 560550"/>
              <a:gd name="connsiteY22-254" fmla="*/ 127 h 493591"/>
              <a:gd name="connsiteX23-255" fmla="*/ 282090 w 560550"/>
              <a:gd name="connsiteY23-256" fmla="*/ 0 h 493591"/>
              <a:gd name="connsiteX0-257" fmla="*/ 282090 w 560550"/>
              <a:gd name="connsiteY0-258" fmla="*/ 0 h 493591"/>
              <a:gd name="connsiteX1-259" fmla="*/ 307359 w 560550"/>
              <a:gd name="connsiteY1-260" fmla="*/ 19328 h 493591"/>
              <a:gd name="connsiteX2-261" fmla="*/ 322151 w 560550"/>
              <a:gd name="connsiteY2-262" fmla="*/ 46641 h 493591"/>
              <a:gd name="connsiteX3-263" fmla="*/ 426075 w 560550"/>
              <a:gd name="connsiteY3-264" fmla="*/ 252279 h 493591"/>
              <a:gd name="connsiteX4-265" fmla="*/ 549713 w 560550"/>
              <a:gd name="connsiteY4-266" fmla="*/ 442022 h 493591"/>
              <a:gd name="connsiteX5-267" fmla="*/ 553726 w 560550"/>
              <a:gd name="connsiteY5-268" fmla="*/ 448555 h 493591"/>
              <a:gd name="connsiteX6-269" fmla="*/ 557360 w 560550"/>
              <a:gd name="connsiteY6-270" fmla="*/ 480662 h 493591"/>
              <a:gd name="connsiteX7-271" fmla="*/ 557111 w 560550"/>
              <a:gd name="connsiteY7-272" fmla="*/ 481348 h 493591"/>
              <a:gd name="connsiteX8-273" fmla="*/ 527738 w 560550"/>
              <a:gd name="connsiteY8-274" fmla="*/ 493568 h 493591"/>
              <a:gd name="connsiteX9-275" fmla="*/ 496688 w 560550"/>
              <a:gd name="connsiteY9-276" fmla="*/ 492722 h 493591"/>
              <a:gd name="connsiteX10-277" fmla="*/ 275338 w 560550"/>
              <a:gd name="connsiteY10-278" fmla="*/ 480778 h 493591"/>
              <a:gd name="connsiteX11-279" fmla="*/ 275975 w 560550"/>
              <a:gd name="connsiteY11-280" fmla="*/ 480403 h 493591"/>
              <a:gd name="connsiteX12-281" fmla="*/ 266629 w 560550"/>
              <a:gd name="connsiteY12-282" fmla="*/ 479903 h 493591"/>
              <a:gd name="connsiteX13-283" fmla="*/ 40497 w 560550"/>
              <a:gd name="connsiteY13-284" fmla="*/ 492105 h 493591"/>
              <a:gd name="connsiteX14-285" fmla="*/ 32832 w 560550"/>
              <a:gd name="connsiteY14-286" fmla="*/ 492314 h 493591"/>
              <a:gd name="connsiteX15-287" fmla="*/ 3210 w 560550"/>
              <a:gd name="connsiteY15-288" fmla="*/ 479408 h 493591"/>
              <a:gd name="connsiteX16-289" fmla="*/ 2740 w 560550"/>
              <a:gd name="connsiteY16-290" fmla="*/ 478849 h 493591"/>
              <a:gd name="connsiteX17-291" fmla="*/ 6844 w 560550"/>
              <a:gd name="connsiteY17-292" fmla="*/ 447301 h 493591"/>
              <a:gd name="connsiteX18-293" fmla="*/ 23102 w 560550"/>
              <a:gd name="connsiteY18-294" fmla="*/ 420834 h 493591"/>
              <a:gd name="connsiteX19-295" fmla="*/ 149231 w 560550"/>
              <a:gd name="connsiteY19-296" fmla="*/ 228009 h 493591"/>
              <a:gd name="connsiteX20-297" fmla="*/ 251731 w 560550"/>
              <a:gd name="connsiteY20-298" fmla="*/ 26070 h 493591"/>
              <a:gd name="connsiteX21-299" fmla="*/ 255383 w 560550"/>
              <a:gd name="connsiteY21-300" fmla="*/ 19328 h 493591"/>
              <a:gd name="connsiteX22-301" fmla="*/ 281371 w 560550"/>
              <a:gd name="connsiteY22-302" fmla="*/ 127 h 493591"/>
              <a:gd name="connsiteX23-303" fmla="*/ 282090 w 560550"/>
              <a:gd name="connsiteY23-304" fmla="*/ 0 h 493591"/>
              <a:gd name="connsiteX0-305" fmla="*/ 282090 w 560550"/>
              <a:gd name="connsiteY0-306" fmla="*/ 0 h 493591"/>
              <a:gd name="connsiteX1-307" fmla="*/ 307359 w 560550"/>
              <a:gd name="connsiteY1-308" fmla="*/ 19328 h 493591"/>
              <a:gd name="connsiteX2-309" fmla="*/ 322151 w 560550"/>
              <a:gd name="connsiteY2-310" fmla="*/ 46641 h 493591"/>
              <a:gd name="connsiteX3-311" fmla="*/ 426075 w 560550"/>
              <a:gd name="connsiteY3-312" fmla="*/ 252279 h 493591"/>
              <a:gd name="connsiteX4-313" fmla="*/ 549713 w 560550"/>
              <a:gd name="connsiteY4-314" fmla="*/ 442022 h 493591"/>
              <a:gd name="connsiteX5-315" fmla="*/ 553726 w 560550"/>
              <a:gd name="connsiteY5-316" fmla="*/ 448555 h 493591"/>
              <a:gd name="connsiteX6-317" fmla="*/ 557360 w 560550"/>
              <a:gd name="connsiteY6-318" fmla="*/ 480662 h 493591"/>
              <a:gd name="connsiteX7-319" fmla="*/ 557111 w 560550"/>
              <a:gd name="connsiteY7-320" fmla="*/ 481348 h 493591"/>
              <a:gd name="connsiteX8-321" fmla="*/ 527738 w 560550"/>
              <a:gd name="connsiteY8-322" fmla="*/ 493568 h 493591"/>
              <a:gd name="connsiteX9-323" fmla="*/ 496688 w 560550"/>
              <a:gd name="connsiteY9-324" fmla="*/ 492722 h 493591"/>
              <a:gd name="connsiteX10-325" fmla="*/ 275338 w 560550"/>
              <a:gd name="connsiteY10-326" fmla="*/ 480778 h 493591"/>
              <a:gd name="connsiteX11-327" fmla="*/ 266629 w 560550"/>
              <a:gd name="connsiteY11-328" fmla="*/ 479903 h 493591"/>
              <a:gd name="connsiteX12-329" fmla="*/ 40497 w 560550"/>
              <a:gd name="connsiteY12-330" fmla="*/ 492105 h 493591"/>
              <a:gd name="connsiteX13-331" fmla="*/ 32832 w 560550"/>
              <a:gd name="connsiteY13-332" fmla="*/ 492314 h 493591"/>
              <a:gd name="connsiteX14-333" fmla="*/ 3210 w 560550"/>
              <a:gd name="connsiteY14-334" fmla="*/ 479408 h 493591"/>
              <a:gd name="connsiteX15-335" fmla="*/ 2740 w 560550"/>
              <a:gd name="connsiteY15-336" fmla="*/ 478849 h 493591"/>
              <a:gd name="connsiteX16-337" fmla="*/ 6844 w 560550"/>
              <a:gd name="connsiteY16-338" fmla="*/ 447301 h 493591"/>
              <a:gd name="connsiteX17-339" fmla="*/ 23102 w 560550"/>
              <a:gd name="connsiteY17-340" fmla="*/ 420834 h 493591"/>
              <a:gd name="connsiteX18-341" fmla="*/ 149231 w 560550"/>
              <a:gd name="connsiteY18-342" fmla="*/ 228009 h 493591"/>
              <a:gd name="connsiteX19-343" fmla="*/ 251731 w 560550"/>
              <a:gd name="connsiteY19-344" fmla="*/ 26070 h 493591"/>
              <a:gd name="connsiteX20-345" fmla="*/ 255383 w 560550"/>
              <a:gd name="connsiteY20-346" fmla="*/ 19328 h 493591"/>
              <a:gd name="connsiteX21-347" fmla="*/ 281371 w 560550"/>
              <a:gd name="connsiteY21-348" fmla="*/ 127 h 493591"/>
              <a:gd name="connsiteX22-349" fmla="*/ 282090 w 560550"/>
              <a:gd name="connsiteY22-350" fmla="*/ 0 h 493591"/>
              <a:gd name="connsiteX0-351" fmla="*/ 282090 w 560550"/>
              <a:gd name="connsiteY0-352" fmla="*/ 0 h 493591"/>
              <a:gd name="connsiteX1-353" fmla="*/ 307359 w 560550"/>
              <a:gd name="connsiteY1-354" fmla="*/ 19328 h 493591"/>
              <a:gd name="connsiteX2-355" fmla="*/ 322151 w 560550"/>
              <a:gd name="connsiteY2-356" fmla="*/ 46641 h 493591"/>
              <a:gd name="connsiteX3-357" fmla="*/ 426075 w 560550"/>
              <a:gd name="connsiteY3-358" fmla="*/ 252279 h 493591"/>
              <a:gd name="connsiteX4-359" fmla="*/ 549713 w 560550"/>
              <a:gd name="connsiteY4-360" fmla="*/ 442022 h 493591"/>
              <a:gd name="connsiteX5-361" fmla="*/ 553726 w 560550"/>
              <a:gd name="connsiteY5-362" fmla="*/ 448555 h 493591"/>
              <a:gd name="connsiteX6-363" fmla="*/ 557360 w 560550"/>
              <a:gd name="connsiteY6-364" fmla="*/ 480662 h 493591"/>
              <a:gd name="connsiteX7-365" fmla="*/ 557111 w 560550"/>
              <a:gd name="connsiteY7-366" fmla="*/ 481348 h 493591"/>
              <a:gd name="connsiteX8-367" fmla="*/ 527738 w 560550"/>
              <a:gd name="connsiteY8-368" fmla="*/ 493568 h 493591"/>
              <a:gd name="connsiteX9-369" fmla="*/ 496688 w 560550"/>
              <a:gd name="connsiteY9-370" fmla="*/ 492722 h 493591"/>
              <a:gd name="connsiteX10-371" fmla="*/ 266629 w 560550"/>
              <a:gd name="connsiteY10-372" fmla="*/ 479903 h 493591"/>
              <a:gd name="connsiteX11-373" fmla="*/ 40497 w 560550"/>
              <a:gd name="connsiteY11-374" fmla="*/ 492105 h 493591"/>
              <a:gd name="connsiteX12-375" fmla="*/ 32832 w 560550"/>
              <a:gd name="connsiteY12-376" fmla="*/ 492314 h 493591"/>
              <a:gd name="connsiteX13-377" fmla="*/ 3210 w 560550"/>
              <a:gd name="connsiteY13-378" fmla="*/ 479408 h 493591"/>
              <a:gd name="connsiteX14-379" fmla="*/ 2740 w 560550"/>
              <a:gd name="connsiteY14-380" fmla="*/ 478849 h 493591"/>
              <a:gd name="connsiteX15-381" fmla="*/ 6844 w 560550"/>
              <a:gd name="connsiteY15-382" fmla="*/ 447301 h 493591"/>
              <a:gd name="connsiteX16-383" fmla="*/ 23102 w 560550"/>
              <a:gd name="connsiteY16-384" fmla="*/ 420834 h 493591"/>
              <a:gd name="connsiteX17-385" fmla="*/ 149231 w 560550"/>
              <a:gd name="connsiteY17-386" fmla="*/ 228009 h 493591"/>
              <a:gd name="connsiteX18-387" fmla="*/ 251731 w 560550"/>
              <a:gd name="connsiteY18-388" fmla="*/ 26070 h 493591"/>
              <a:gd name="connsiteX19-389" fmla="*/ 255383 w 560550"/>
              <a:gd name="connsiteY19-390" fmla="*/ 19328 h 493591"/>
              <a:gd name="connsiteX20-391" fmla="*/ 281371 w 560550"/>
              <a:gd name="connsiteY20-392" fmla="*/ 127 h 493591"/>
              <a:gd name="connsiteX21-393" fmla="*/ 282090 w 560550"/>
              <a:gd name="connsiteY21-394" fmla="*/ 0 h 493591"/>
              <a:gd name="connsiteX0-395" fmla="*/ 282090 w 560550"/>
              <a:gd name="connsiteY0-396" fmla="*/ 0 h 493591"/>
              <a:gd name="connsiteX1-397" fmla="*/ 307359 w 560550"/>
              <a:gd name="connsiteY1-398" fmla="*/ 19328 h 493591"/>
              <a:gd name="connsiteX2-399" fmla="*/ 322151 w 560550"/>
              <a:gd name="connsiteY2-400" fmla="*/ 46641 h 493591"/>
              <a:gd name="connsiteX3-401" fmla="*/ 426075 w 560550"/>
              <a:gd name="connsiteY3-402" fmla="*/ 252279 h 493591"/>
              <a:gd name="connsiteX4-403" fmla="*/ 549713 w 560550"/>
              <a:gd name="connsiteY4-404" fmla="*/ 442022 h 493591"/>
              <a:gd name="connsiteX5-405" fmla="*/ 553726 w 560550"/>
              <a:gd name="connsiteY5-406" fmla="*/ 448555 h 493591"/>
              <a:gd name="connsiteX6-407" fmla="*/ 557360 w 560550"/>
              <a:gd name="connsiteY6-408" fmla="*/ 480662 h 493591"/>
              <a:gd name="connsiteX7-409" fmla="*/ 557111 w 560550"/>
              <a:gd name="connsiteY7-410" fmla="*/ 481348 h 493591"/>
              <a:gd name="connsiteX8-411" fmla="*/ 527738 w 560550"/>
              <a:gd name="connsiteY8-412" fmla="*/ 493568 h 493591"/>
              <a:gd name="connsiteX9-413" fmla="*/ 496688 w 560550"/>
              <a:gd name="connsiteY9-414" fmla="*/ 492722 h 493591"/>
              <a:gd name="connsiteX10-415" fmla="*/ 266629 w 560550"/>
              <a:gd name="connsiteY10-416" fmla="*/ 479903 h 493591"/>
              <a:gd name="connsiteX11-417" fmla="*/ 40497 w 560550"/>
              <a:gd name="connsiteY11-418" fmla="*/ 492105 h 493591"/>
              <a:gd name="connsiteX12-419" fmla="*/ 32832 w 560550"/>
              <a:gd name="connsiteY12-420" fmla="*/ 492314 h 493591"/>
              <a:gd name="connsiteX13-421" fmla="*/ 3210 w 560550"/>
              <a:gd name="connsiteY13-422" fmla="*/ 479408 h 493591"/>
              <a:gd name="connsiteX14-423" fmla="*/ 2740 w 560550"/>
              <a:gd name="connsiteY14-424" fmla="*/ 478849 h 493591"/>
              <a:gd name="connsiteX15-425" fmla="*/ 6844 w 560550"/>
              <a:gd name="connsiteY15-426" fmla="*/ 447301 h 493591"/>
              <a:gd name="connsiteX16-427" fmla="*/ 23102 w 560550"/>
              <a:gd name="connsiteY16-428" fmla="*/ 420834 h 493591"/>
              <a:gd name="connsiteX17-429" fmla="*/ 149231 w 560550"/>
              <a:gd name="connsiteY17-430" fmla="*/ 228009 h 493591"/>
              <a:gd name="connsiteX18-431" fmla="*/ 251731 w 560550"/>
              <a:gd name="connsiteY18-432" fmla="*/ 26070 h 493591"/>
              <a:gd name="connsiteX19-433" fmla="*/ 255383 w 560550"/>
              <a:gd name="connsiteY19-434" fmla="*/ 19328 h 493591"/>
              <a:gd name="connsiteX20-435" fmla="*/ 281371 w 560550"/>
              <a:gd name="connsiteY20-436" fmla="*/ 127 h 493591"/>
              <a:gd name="connsiteX21-437" fmla="*/ 282090 w 560550"/>
              <a:gd name="connsiteY21-438" fmla="*/ 0 h 49359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33" y="connsiteY16-34"/>
              </a:cxn>
              <a:cxn ang="0">
                <a:pos x="connsiteX17-35" y="connsiteY17-36"/>
              </a:cxn>
              <a:cxn ang="0">
                <a:pos x="connsiteX18-37" y="connsiteY18-38"/>
              </a:cxn>
              <a:cxn ang="0">
                <a:pos x="connsiteX19-39" y="connsiteY19-40"/>
              </a:cxn>
              <a:cxn ang="0">
                <a:pos x="connsiteX20-41" y="connsiteY20-42"/>
              </a:cxn>
              <a:cxn ang="0">
                <a:pos x="connsiteX21-43" y="connsiteY21-44"/>
              </a:cxn>
            </a:cxnLst>
            <a:rect l="l" t="t" r="r" b="b"/>
            <a:pathLst>
              <a:path w="560550" h="493591">
                <a:moveTo>
                  <a:pt x="282090" y="0"/>
                </a:moveTo>
                <a:cubicBezTo>
                  <a:pt x="291235" y="0"/>
                  <a:pt x="300381" y="6443"/>
                  <a:pt x="307359" y="19328"/>
                </a:cubicBezTo>
                <a:lnTo>
                  <a:pt x="322151" y="46641"/>
                </a:lnTo>
                <a:cubicBezTo>
                  <a:pt x="341937" y="85466"/>
                  <a:pt x="388148" y="186382"/>
                  <a:pt x="426075" y="252279"/>
                </a:cubicBezTo>
                <a:cubicBezTo>
                  <a:pt x="464002" y="318176"/>
                  <a:pt x="528438" y="409309"/>
                  <a:pt x="549713" y="442022"/>
                </a:cubicBezTo>
                <a:lnTo>
                  <a:pt x="553726" y="448555"/>
                </a:lnTo>
                <a:cubicBezTo>
                  <a:pt x="561598" y="461368"/>
                  <a:pt x="562451" y="472766"/>
                  <a:pt x="557360" y="480662"/>
                </a:cubicBezTo>
                <a:cubicBezTo>
                  <a:pt x="557347" y="480929"/>
                  <a:pt x="557231" y="481140"/>
                  <a:pt x="557111" y="481348"/>
                </a:cubicBezTo>
                <a:cubicBezTo>
                  <a:pt x="552538" y="489268"/>
                  <a:pt x="542386" y="493968"/>
                  <a:pt x="527738" y="493568"/>
                </a:cubicBezTo>
                <a:lnTo>
                  <a:pt x="496688" y="492722"/>
                </a:lnTo>
                <a:cubicBezTo>
                  <a:pt x="453170" y="490445"/>
                  <a:pt x="342661" y="480006"/>
                  <a:pt x="266629" y="479903"/>
                </a:cubicBezTo>
                <a:cubicBezTo>
                  <a:pt x="190597" y="479800"/>
                  <a:pt x="79463" y="490037"/>
                  <a:pt x="40497" y="492105"/>
                </a:cubicBezTo>
                <a:lnTo>
                  <a:pt x="32832" y="492314"/>
                </a:lnTo>
                <a:cubicBezTo>
                  <a:pt x="17800" y="492724"/>
                  <a:pt x="7502" y="487764"/>
                  <a:pt x="3210" y="479408"/>
                </a:cubicBezTo>
                <a:cubicBezTo>
                  <a:pt x="2985" y="479262"/>
                  <a:pt x="2860" y="479056"/>
                  <a:pt x="2740" y="478849"/>
                </a:cubicBezTo>
                <a:cubicBezTo>
                  <a:pt x="-1833" y="470928"/>
                  <a:pt x="-826" y="459787"/>
                  <a:pt x="6844" y="447301"/>
                </a:cubicBezTo>
                <a:lnTo>
                  <a:pt x="23102" y="420834"/>
                </a:lnTo>
                <a:cubicBezTo>
                  <a:pt x="46833" y="384285"/>
                  <a:pt x="111126" y="293803"/>
                  <a:pt x="149231" y="228009"/>
                </a:cubicBezTo>
                <a:cubicBezTo>
                  <a:pt x="187336" y="162215"/>
                  <a:pt x="234039" y="60850"/>
                  <a:pt x="251731" y="26070"/>
                </a:cubicBezTo>
                <a:lnTo>
                  <a:pt x="255383" y="19328"/>
                </a:lnTo>
                <a:cubicBezTo>
                  <a:pt x="262543" y="6104"/>
                  <a:pt x="271988" y="-334"/>
                  <a:pt x="281371" y="127"/>
                </a:cubicBezTo>
                <a:cubicBezTo>
                  <a:pt x="281609" y="5"/>
                  <a:pt x="281850" y="0"/>
                  <a:pt x="282090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zh-CN" altLang="en-US">
              <a:solidFill>
                <a:srgbClr val="FFFFFF"/>
              </a:solidFill>
              <a:latin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14" name="KSO_Shape"/>
          <p:cNvSpPr/>
          <p:nvPr>
            <p:custDataLst>
              <p:tags r:id="rId12"/>
            </p:custDataLst>
          </p:nvPr>
        </p:nvSpPr>
        <p:spPr>
          <a:xfrm rot="3075228">
            <a:off x="3363119" y="2640806"/>
            <a:ext cx="193675" cy="169863"/>
          </a:xfrm>
          <a:custGeom>
            <a:avLst/>
            <a:gdLst>
              <a:gd name="connsiteX0" fmla="*/ 282090 w 560550"/>
              <a:gd name="connsiteY0" fmla="*/ 0 h 493591"/>
              <a:gd name="connsiteX1" fmla="*/ 307359 w 560550"/>
              <a:gd name="connsiteY1" fmla="*/ 19328 h 493591"/>
              <a:gd name="connsiteX2" fmla="*/ 322151 w 560550"/>
              <a:gd name="connsiteY2" fmla="*/ 46641 h 493591"/>
              <a:gd name="connsiteX3" fmla="*/ 422483 w 560550"/>
              <a:gd name="connsiteY3" fmla="*/ 244308 h 493591"/>
              <a:gd name="connsiteX4" fmla="*/ 421839 w 560550"/>
              <a:gd name="connsiteY4" fmla="*/ 243943 h 493591"/>
              <a:gd name="connsiteX5" fmla="*/ 426075 w 560550"/>
              <a:gd name="connsiteY5" fmla="*/ 252279 h 493591"/>
              <a:gd name="connsiteX6" fmla="*/ 549713 w 560550"/>
              <a:gd name="connsiteY6" fmla="*/ 442022 h 493591"/>
              <a:gd name="connsiteX7" fmla="*/ 553726 w 560550"/>
              <a:gd name="connsiteY7" fmla="*/ 448555 h 493591"/>
              <a:gd name="connsiteX8" fmla="*/ 557360 w 560550"/>
              <a:gd name="connsiteY8" fmla="*/ 480662 h 493591"/>
              <a:gd name="connsiteX9" fmla="*/ 557111 w 560550"/>
              <a:gd name="connsiteY9" fmla="*/ 481348 h 493591"/>
              <a:gd name="connsiteX10" fmla="*/ 527738 w 560550"/>
              <a:gd name="connsiteY10" fmla="*/ 493568 h 493591"/>
              <a:gd name="connsiteX11" fmla="*/ 496688 w 560550"/>
              <a:gd name="connsiteY11" fmla="*/ 492722 h 493591"/>
              <a:gd name="connsiteX12" fmla="*/ 275338 w 560550"/>
              <a:gd name="connsiteY12" fmla="*/ 480778 h 493591"/>
              <a:gd name="connsiteX13" fmla="*/ 275975 w 560550"/>
              <a:gd name="connsiteY13" fmla="*/ 480403 h 493591"/>
              <a:gd name="connsiteX14" fmla="*/ 266629 w 560550"/>
              <a:gd name="connsiteY14" fmla="*/ 479903 h 493591"/>
              <a:gd name="connsiteX15" fmla="*/ 40497 w 560550"/>
              <a:gd name="connsiteY15" fmla="*/ 492105 h 493591"/>
              <a:gd name="connsiteX16" fmla="*/ 32832 w 560550"/>
              <a:gd name="connsiteY16" fmla="*/ 492314 h 493591"/>
              <a:gd name="connsiteX17" fmla="*/ 3210 w 560550"/>
              <a:gd name="connsiteY17" fmla="*/ 479408 h 493591"/>
              <a:gd name="connsiteX18" fmla="*/ 2740 w 560550"/>
              <a:gd name="connsiteY18" fmla="*/ 478849 h 493591"/>
              <a:gd name="connsiteX19" fmla="*/ 6844 w 560550"/>
              <a:gd name="connsiteY19" fmla="*/ 447301 h 493591"/>
              <a:gd name="connsiteX20" fmla="*/ 23102 w 560550"/>
              <a:gd name="connsiteY20" fmla="*/ 420834 h 493591"/>
              <a:gd name="connsiteX21" fmla="*/ 144121 w 560550"/>
              <a:gd name="connsiteY21" fmla="*/ 235111 h 493591"/>
              <a:gd name="connsiteX22" fmla="*/ 144127 w 560550"/>
              <a:gd name="connsiteY22" fmla="*/ 235851 h 493591"/>
              <a:gd name="connsiteX23" fmla="*/ 149231 w 560550"/>
              <a:gd name="connsiteY23" fmla="*/ 228009 h 493591"/>
              <a:gd name="connsiteX24" fmla="*/ 251731 w 560550"/>
              <a:gd name="connsiteY24" fmla="*/ 26070 h 493591"/>
              <a:gd name="connsiteX25" fmla="*/ 255383 w 560550"/>
              <a:gd name="connsiteY25" fmla="*/ 19328 h 493591"/>
              <a:gd name="connsiteX26" fmla="*/ 281371 w 560550"/>
              <a:gd name="connsiteY26" fmla="*/ 127 h 493591"/>
              <a:gd name="connsiteX27" fmla="*/ 282090 w 560550"/>
              <a:gd name="connsiteY27" fmla="*/ 0 h 493591"/>
              <a:gd name="connsiteX0-1" fmla="*/ 282090 w 560550"/>
              <a:gd name="connsiteY0-2" fmla="*/ 0 h 493591"/>
              <a:gd name="connsiteX1-3" fmla="*/ 307359 w 560550"/>
              <a:gd name="connsiteY1-4" fmla="*/ 19328 h 493591"/>
              <a:gd name="connsiteX2-5" fmla="*/ 322151 w 560550"/>
              <a:gd name="connsiteY2-6" fmla="*/ 46641 h 493591"/>
              <a:gd name="connsiteX3-7" fmla="*/ 422483 w 560550"/>
              <a:gd name="connsiteY3-8" fmla="*/ 244308 h 493591"/>
              <a:gd name="connsiteX4-9" fmla="*/ 426075 w 560550"/>
              <a:gd name="connsiteY4-10" fmla="*/ 252279 h 493591"/>
              <a:gd name="connsiteX5-11" fmla="*/ 549713 w 560550"/>
              <a:gd name="connsiteY5-12" fmla="*/ 442022 h 493591"/>
              <a:gd name="connsiteX6-13" fmla="*/ 553726 w 560550"/>
              <a:gd name="connsiteY6-14" fmla="*/ 448555 h 493591"/>
              <a:gd name="connsiteX7-15" fmla="*/ 557360 w 560550"/>
              <a:gd name="connsiteY7-16" fmla="*/ 480662 h 493591"/>
              <a:gd name="connsiteX8-17" fmla="*/ 557111 w 560550"/>
              <a:gd name="connsiteY8-18" fmla="*/ 481348 h 493591"/>
              <a:gd name="connsiteX9-19" fmla="*/ 527738 w 560550"/>
              <a:gd name="connsiteY9-20" fmla="*/ 493568 h 493591"/>
              <a:gd name="connsiteX10-21" fmla="*/ 496688 w 560550"/>
              <a:gd name="connsiteY10-22" fmla="*/ 492722 h 493591"/>
              <a:gd name="connsiteX11-23" fmla="*/ 275338 w 560550"/>
              <a:gd name="connsiteY11-24" fmla="*/ 480778 h 493591"/>
              <a:gd name="connsiteX12-25" fmla="*/ 275975 w 560550"/>
              <a:gd name="connsiteY12-26" fmla="*/ 480403 h 493591"/>
              <a:gd name="connsiteX13-27" fmla="*/ 266629 w 560550"/>
              <a:gd name="connsiteY13-28" fmla="*/ 479903 h 493591"/>
              <a:gd name="connsiteX14-29" fmla="*/ 40497 w 560550"/>
              <a:gd name="connsiteY14-30" fmla="*/ 492105 h 493591"/>
              <a:gd name="connsiteX15-31" fmla="*/ 32832 w 560550"/>
              <a:gd name="connsiteY15-32" fmla="*/ 492314 h 493591"/>
              <a:gd name="connsiteX16-33" fmla="*/ 3210 w 560550"/>
              <a:gd name="connsiteY16-34" fmla="*/ 479408 h 493591"/>
              <a:gd name="connsiteX17-35" fmla="*/ 2740 w 560550"/>
              <a:gd name="connsiteY17-36" fmla="*/ 478849 h 493591"/>
              <a:gd name="connsiteX18-37" fmla="*/ 6844 w 560550"/>
              <a:gd name="connsiteY18-38" fmla="*/ 447301 h 493591"/>
              <a:gd name="connsiteX19-39" fmla="*/ 23102 w 560550"/>
              <a:gd name="connsiteY19-40" fmla="*/ 420834 h 493591"/>
              <a:gd name="connsiteX20-41" fmla="*/ 144121 w 560550"/>
              <a:gd name="connsiteY20-42" fmla="*/ 235111 h 493591"/>
              <a:gd name="connsiteX21-43" fmla="*/ 144127 w 560550"/>
              <a:gd name="connsiteY21-44" fmla="*/ 235851 h 493591"/>
              <a:gd name="connsiteX22-45" fmla="*/ 149231 w 560550"/>
              <a:gd name="connsiteY22-46" fmla="*/ 228009 h 493591"/>
              <a:gd name="connsiteX23-47" fmla="*/ 251731 w 560550"/>
              <a:gd name="connsiteY23-48" fmla="*/ 26070 h 493591"/>
              <a:gd name="connsiteX24-49" fmla="*/ 255383 w 560550"/>
              <a:gd name="connsiteY24-50" fmla="*/ 19328 h 493591"/>
              <a:gd name="connsiteX25-51" fmla="*/ 281371 w 560550"/>
              <a:gd name="connsiteY25-52" fmla="*/ 127 h 493591"/>
              <a:gd name="connsiteX26-53" fmla="*/ 282090 w 560550"/>
              <a:gd name="connsiteY26-54" fmla="*/ 0 h 493591"/>
              <a:gd name="connsiteX0-55" fmla="*/ 282090 w 560550"/>
              <a:gd name="connsiteY0-56" fmla="*/ 0 h 493591"/>
              <a:gd name="connsiteX1-57" fmla="*/ 307359 w 560550"/>
              <a:gd name="connsiteY1-58" fmla="*/ 19328 h 493591"/>
              <a:gd name="connsiteX2-59" fmla="*/ 322151 w 560550"/>
              <a:gd name="connsiteY2-60" fmla="*/ 46641 h 493591"/>
              <a:gd name="connsiteX3-61" fmla="*/ 426075 w 560550"/>
              <a:gd name="connsiteY3-62" fmla="*/ 252279 h 493591"/>
              <a:gd name="connsiteX4-63" fmla="*/ 549713 w 560550"/>
              <a:gd name="connsiteY4-64" fmla="*/ 442022 h 493591"/>
              <a:gd name="connsiteX5-65" fmla="*/ 553726 w 560550"/>
              <a:gd name="connsiteY5-66" fmla="*/ 448555 h 493591"/>
              <a:gd name="connsiteX6-67" fmla="*/ 557360 w 560550"/>
              <a:gd name="connsiteY6-68" fmla="*/ 480662 h 493591"/>
              <a:gd name="connsiteX7-69" fmla="*/ 557111 w 560550"/>
              <a:gd name="connsiteY7-70" fmla="*/ 481348 h 493591"/>
              <a:gd name="connsiteX8-71" fmla="*/ 527738 w 560550"/>
              <a:gd name="connsiteY8-72" fmla="*/ 493568 h 493591"/>
              <a:gd name="connsiteX9-73" fmla="*/ 496688 w 560550"/>
              <a:gd name="connsiteY9-74" fmla="*/ 492722 h 493591"/>
              <a:gd name="connsiteX10-75" fmla="*/ 275338 w 560550"/>
              <a:gd name="connsiteY10-76" fmla="*/ 480778 h 493591"/>
              <a:gd name="connsiteX11-77" fmla="*/ 275975 w 560550"/>
              <a:gd name="connsiteY11-78" fmla="*/ 480403 h 493591"/>
              <a:gd name="connsiteX12-79" fmla="*/ 266629 w 560550"/>
              <a:gd name="connsiteY12-80" fmla="*/ 479903 h 493591"/>
              <a:gd name="connsiteX13-81" fmla="*/ 40497 w 560550"/>
              <a:gd name="connsiteY13-82" fmla="*/ 492105 h 493591"/>
              <a:gd name="connsiteX14-83" fmla="*/ 32832 w 560550"/>
              <a:gd name="connsiteY14-84" fmla="*/ 492314 h 493591"/>
              <a:gd name="connsiteX15-85" fmla="*/ 3210 w 560550"/>
              <a:gd name="connsiteY15-86" fmla="*/ 479408 h 493591"/>
              <a:gd name="connsiteX16-87" fmla="*/ 2740 w 560550"/>
              <a:gd name="connsiteY16-88" fmla="*/ 478849 h 493591"/>
              <a:gd name="connsiteX17-89" fmla="*/ 6844 w 560550"/>
              <a:gd name="connsiteY17-90" fmla="*/ 447301 h 493591"/>
              <a:gd name="connsiteX18-91" fmla="*/ 23102 w 560550"/>
              <a:gd name="connsiteY18-92" fmla="*/ 420834 h 493591"/>
              <a:gd name="connsiteX19-93" fmla="*/ 144121 w 560550"/>
              <a:gd name="connsiteY19-94" fmla="*/ 235111 h 493591"/>
              <a:gd name="connsiteX20-95" fmla="*/ 144127 w 560550"/>
              <a:gd name="connsiteY20-96" fmla="*/ 235851 h 493591"/>
              <a:gd name="connsiteX21-97" fmla="*/ 149231 w 560550"/>
              <a:gd name="connsiteY21-98" fmla="*/ 228009 h 493591"/>
              <a:gd name="connsiteX22-99" fmla="*/ 251731 w 560550"/>
              <a:gd name="connsiteY22-100" fmla="*/ 26070 h 493591"/>
              <a:gd name="connsiteX23-101" fmla="*/ 255383 w 560550"/>
              <a:gd name="connsiteY23-102" fmla="*/ 19328 h 493591"/>
              <a:gd name="connsiteX24-103" fmla="*/ 281371 w 560550"/>
              <a:gd name="connsiteY24-104" fmla="*/ 127 h 493591"/>
              <a:gd name="connsiteX25-105" fmla="*/ 282090 w 560550"/>
              <a:gd name="connsiteY25-106" fmla="*/ 0 h 493591"/>
              <a:gd name="connsiteX0-107" fmla="*/ 282090 w 560550"/>
              <a:gd name="connsiteY0-108" fmla="*/ 0 h 493591"/>
              <a:gd name="connsiteX1-109" fmla="*/ 307359 w 560550"/>
              <a:gd name="connsiteY1-110" fmla="*/ 19328 h 493591"/>
              <a:gd name="connsiteX2-111" fmla="*/ 322151 w 560550"/>
              <a:gd name="connsiteY2-112" fmla="*/ 46641 h 493591"/>
              <a:gd name="connsiteX3-113" fmla="*/ 426075 w 560550"/>
              <a:gd name="connsiteY3-114" fmla="*/ 252279 h 493591"/>
              <a:gd name="connsiteX4-115" fmla="*/ 549713 w 560550"/>
              <a:gd name="connsiteY4-116" fmla="*/ 442022 h 493591"/>
              <a:gd name="connsiteX5-117" fmla="*/ 553726 w 560550"/>
              <a:gd name="connsiteY5-118" fmla="*/ 448555 h 493591"/>
              <a:gd name="connsiteX6-119" fmla="*/ 557360 w 560550"/>
              <a:gd name="connsiteY6-120" fmla="*/ 480662 h 493591"/>
              <a:gd name="connsiteX7-121" fmla="*/ 557111 w 560550"/>
              <a:gd name="connsiteY7-122" fmla="*/ 481348 h 493591"/>
              <a:gd name="connsiteX8-123" fmla="*/ 527738 w 560550"/>
              <a:gd name="connsiteY8-124" fmla="*/ 493568 h 493591"/>
              <a:gd name="connsiteX9-125" fmla="*/ 496688 w 560550"/>
              <a:gd name="connsiteY9-126" fmla="*/ 492722 h 493591"/>
              <a:gd name="connsiteX10-127" fmla="*/ 275338 w 560550"/>
              <a:gd name="connsiteY10-128" fmla="*/ 480778 h 493591"/>
              <a:gd name="connsiteX11-129" fmla="*/ 275975 w 560550"/>
              <a:gd name="connsiteY11-130" fmla="*/ 480403 h 493591"/>
              <a:gd name="connsiteX12-131" fmla="*/ 266629 w 560550"/>
              <a:gd name="connsiteY12-132" fmla="*/ 479903 h 493591"/>
              <a:gd name="connsiteX13-133" fmla="*/ 40497 w 560550"/>
              <a:gd name="connsiteY13-134" fmla="*/ 492105 h 493591"/>
              <a:gd name="connsiteX14-135" fmla="*/ 32832 w 560550"/>
              <a:gd name="connsiteY14-136" fmla="*/ 492314 h 493591"/>
              <a:gd name="connsiteX15-137" fmla="*/ 3210 w 560550"/>
              <a:gd name="connsiteY15-138" fmla="*/ 479408 h 493591"/>
              <a:gd name="connsiteX16-139" fmla="*/ 2740 w 560550"/>
              <a:gd name="connsiteY16-140" fmla="*/ 478849 h 493591"/>
              <a:gd name="connsiteX17-141" fmla="*/ 6844 w 560550"/>
              <a:gd name="connsiteY17-142" fmla="*/ 447301 h 493591"/>
              <a:gd name="connsiteX18-143" fmla="*/ 23102 w 560550"/>
              <a:gd name="connsiteY18-144" fmla="*/ 420834 h 493591"/>
              <a:gd name="connsiteX19-145" fmla="*/ 144121 w 560550"/>
              <a:gd name="connsiteY19-146" fmla="*/ 235111 h 493591"/>
              <a:gd name="connsiteX20-147" fmla="*/ 144127 w 560550"/>
              <a:gd name="connsiteY20-148" fmla="*/ 235851 h 493591"/>
              <a:gd name="connsiteX21-149" fmla="*/ 149231 w 560550"/>
              <a:gd name="connsiteY21-150" fmla="*/ 228009 h 493591"/>
              <a:gd name="connsiteX22-151" fmla="*/ 251731 w 560550"/>
              <a:gd name="connsiteY22-152" fmla="*/ 26070 h 493591"/>
              <a:gd name="connsiteX23-153" fmla="*/ 255383 w 560550"/>
              <a:gd name="connsiteY23-154" fmla="*/ 19328 h 493591"/>
              <a:gd name="connsiteX24-155" fmla="*/ 281371 w 560550"/>
              <a:gd name="connsiteY24-156" fmla="*/ 127 h 493591"/>
              <a:gd name="connsiteX25-157" fmla="*/ 282090 w 560550"/>
              <a:gd name="connsiteY25-158" fmla="*/ 0 h 493591"/>
              <a:gd name="connsiteX0-159" fmla="*/ 282090 w 560550"/>
              <a:gd name="connsiteY0-160" fmla="*/ 0 h 493591"/>
              <a:gd name="connsiteX1-161" fmla="*/ 307359 w 560550"/>
              <a:gd name="connsiteY1-162" fmla="*/ 19328 h 493591"/>
              <a:gd name="connsiteX2-163" fmla="*/ 322151 w 560550"/>
              <a:gd name="connsiteY2-164" fmla="*/ 46641 h 493591"/>
              <a:gd name="connsiteX3-165" fmla="*/ 426075 w 560550"/>
              <a:gd name="connsiteY3-166" fmla="*/ 252279 h 493591"/>
              <a:gd name="connsiteX4-167" fmla="*/ 549713 w 560550"/>
              <a:gd name="connsiteY4-168" fmla="*/ 442022 h 493591"/>
              <a:gd name="connsiteX5-169" fmla="*/ 553726 w 560550"/>
              <a:gd name="connsiteY5-170" fmla="*/ 448555 h 493591"/>
              <a:gd name="connsiteX6-171" fmla="*/ 557360 w 560550"/>
              <a:gd name="connsiteY6-172" fmla="*/ 480662 h 493591"/>
              <a:gd name="connsiteX7-173" fmla="*/ 557111 w 560550"/>
              <a:gd name="connsiteY7-174" fmla="*/ 481348 h 493591"/>
              <a:gd name="connsiteX8-175" fmla="*/ 527738 w 560550"/>
              <a:gd name="connsiteY8-176" fmla="*/ 493568 h 493591"/>
              <a:gd name="connsiteX9-177" fmla="*/ 496688 w 560550"/>
              <a:gd name="connsiteY9-178" fmla="*/ 492722 h 493591"/>
              <a:gd name="connsiteX10-179" fmla="*/ 275338 w 560550"/>
              <a:gd name="connsiteY10-180" fmla="*/ 480778 h 493591"/>
              <a:gd name="connsiteX11-181" fmla="*/ 275975 w 560550"/>
              <a:gd name="connsiteY11-182" fmla="*/ 480403 h 493591"/>
              <a:gd name="connsiteX12-183" fmla="*/ 266629 w 560550"/>
              <a:gd name="connsiteY12-184" fmla="*/ 479903 h 493591"/>
              <a:gd name="connsiteX13-185" fmla="*/ 40497 w 560550"/>
              <a:gd name="connsiteY13-186" fmla="*/ 492105 h 493591"/>
              <a:gd name="connsiteX14-187" fmla="*/ 32832 w 560550"/>
              <a:gd name="connsiteY14-188" fmla="*/ 492314 h 493591"/>
              <a:gd name="connsiteX15-189" fmla="*/ 3210 w 560550"/>
              <a:gd name="connsiteY15-190" fmla="*/ 479408 h 493591"/>
              <a:gd name="connsiteX16-191" fmla="*/ 2740 w 560550"/>
              <a:gd name="connsiteY16-192" fmla="*/ 478849 h 493591"/>
              <a:gd name="connsiteX17-193" fmla="*/ 6844 w 560550"/>
              <a:gd name="connsiteY17-194" fmla="*/ 447301 h 493591"/>
              <a:gd name="connsiteX18-195" fmla="*/ 23102 w 560550"/>
              <a:gd name="connsiteY18-196" fmla="*/ 420834 h 493591"/>
              <a:gd name="connsiteX19-197" fmla="*/ 144121 w 560550"/>
              <a:gd name="connsiteY19-198" fmla="*/ 235111 h 493591"/>
              <a:gd name="connsiteX20-199" fmla="*/ 149231 w 560550"/>
              <a:gd name="connsiteY20-200" fmla="*/ 228009 h 493591"/>
              <a:gd name="connsiteX21-201" fmla="*/ 251731 w 560550"/>
              <a:gd name="connsiteY21-202" fmla="*/ 26070 h 493591"/>
              <a:gd name="connsiteX22-203" fmla="*/ 255383 w 560550"/>
              <a:gd name="connsiteY22-204" fmla="*/ 19328 h 493591"/>
              <a:gd name="connsiteX23-205" fmla="*/ 281371 w 560550"/>
              <a:gd name="connsiteY23-206" fmla="*/ 127 h 493591"/>
              <a:gd name="connsiteX24-207" fmla="*/ 282090 w 560550"/>
              <a:gd name="connsiteY24-208" fmla="*/ 0 h 493591"/>
              <a:gd name="connsiteX0-209" fmla="*/ 282090 w 560550"/>
              <a:gd name="connsiteY0-210" fmla="*/ 0 h 493591"/>
              <a:gd name="connsiteX1-211" fmla="*/ 307359 w 560550"/>
              <a:gd name="connsiteY1-212" fmla="*/ 19328 h 493591"/>
              <a:gd name="connsiteX2-213" fmla="*/ 322151 w 560550"/>
              <a:gd name="connsiteY2-214" fmla="*/ 46641 h 493591"/>
              <a:gd name="connsiteX3-215" fmla="*/ 426075 w 560550"/>
              <a:gd name="connsiteY3-216" fmla="*/ 252279 h 493591"/>
              <a:gd name="connsiteX4-217" fmla="*/ 549713 w 560550"/>
              <a:gd name="connsiteY4-218" fmla="*/ 442022 h 493591"/>
              <a:gd name="connsiteX5-219" fmla="*/ 553726 w 560550"/>
              <a:gd name="connsiteY5-220" fmla="*/ 448555 h 493591"/>
              <a:gd name="connsiteX6-221" fmla="*/ 557360 w 560550"/>
              <a:gd name="connsiteY6-222" fmla="*/ 480662 h 493591"/>
              <a:gd name="connsiteX7-223" fmla="*/ 557111 w 560550"/>
              <a:gd name="connsiteY7-224" fmla="*/ 481348 h 493591"/>
              <a:gd name="connsiteX8-225" fmla="*/ 527738 w 560550"/>
              <a:gd name="connsiteY8-226" fmla="*/ 493568 h 493591"/>
              <a:gd name="connsiteX9-227" fmla="*/ 496688 w 560550"/>
              <a:gd name="connsiteY9-228" fmla="*/ 492722 h 493591"/>
              <a:gd name="connsiteX10-229" fmla="*/ 275338 w 560550"/>
              <a:gd name="connsiteY10-230" fmla="*/ 480778 h 493591"/>
              <a:gd name="connsiteX11-231" fmla="*/ 275975 w 560550"/>
              <a:gd name="connsiteY11-232" fmla="*/ 480403 h 493591"/>
              <a:gd name="connsiteX12-233" fmla="*/ 266629 w 560550"/>
              <a:gd name="connsiteY12-234" fmla="*/ 479903 h 493591"/>
              <a:gd name="connsiteX13-235" fmla="*/ 40497 w 560550"/>
              <a:gd name="connsiteY13-236" fmla="*/ 492105 h 493591"/>
              <a:gd name="connsiteX14-237" fmla="*/ 32832 w 560550"/>
              <a:gd name="connsiteY14-238" fmla="*/ 492314 h 493591"/>
              <a:gd name="connsiteX15-239" fmla="*/ 3210 w 560550"/>
              <a:gd name="connsiteY15-240" fmla="*/ 479408 h 493591"/>
              <a:gd name="connsiteX16-241" fmla="*/ 2740 w 560550"/>
              <a:gd name="connsiteY16-242" fmla="*/ 478849 h 493591"/>
              <a:gd name="connsiteX17-243" fmla="*/ 6844 w 560550"/>
              <a:gd name="connsiteY17-244" fmla="*/ 447301 h 493591"/>
              <a:gd name="connsiteX18-245" fmla="*/ 23102 w 560550"/>
              <a:gd name="connsiteY18-246" fmla="*/ 420834 h 493591"/>
              <a:gd name="connsiteX19-247" fmla="*/ 149231 w 560550"/>
              <a:gd name="connsiteY19-248" fmla="*/ 228009 h 493591"/>
              <a:gd name="connsiteX20-249" fmla="*/ 251731 w 560550"/>
              <a:gd name="connsiteY20-250" fmla="*/ 26070 h 493591"/>
              <a:gd name="connsiteX21-251" fmla="*/ 255383 w 560550"/>
              <a:gd name="connsiteY21-252" fmla="*/ 19328 h 493591"/>
              <a:gd name="connsiteX22-253" fmla="*/ 281371 w 560550"/>
              <a:gd name="connsiteY22-254" fmla="*/ 127 h 493591"/>
              <a:gd name="connsiteX23-255" fmla="*/ 282090 w 560550"/>
              <a:gd name="connsiteY23-256" fmla="*/ 0 h 493591"/>
              <a:gd name="connsiteX0-257" fmla="*/ 282090 w 560550"/>
              <a:gd name="connsiteY0-258" fmla="*/ 0 h 493591"/>
              <a:gd name="connsiteX1-259" fmla="*/ 307359 w 560550"/>
              <a:gd name="connsiteY1-260" fmla="*/ 19328 h 493591"/>
              <a:gd name="connsiteX2-261" fmla="*/ 322151 w 560550"/>
              <a:gd name="connsiteY2-262" fmla="*/ 46641 h 493591"/>
              <a:gd name="connsiteX3-263" fmla="*/ 426075 w 560550"/>
              <a:gd name="connsiteY3-264" fmla="*/ 252279 h 493591"/>
              <a:gd name="connsiteX4-265" fmla="*/ 549713 w 560550"/>
              <a:gd name="connsiteY4-266" fmla="*/ 442022 h 493591"/>
              <a:gd name="connsiteX5-267" fmla="*/ 553726 w 560550"/>
              <a:gd name="connsiteY5-268" fmla="*/ 448555 h 493591"/>
              <a:gd name="connsiteX6-269" fmla="*/ 557360 w 560550"/>
              <a:gd name="connsiteY6-270" fmla="*/ 480662 h 493591"/>
              <a:gd name="connsiteX7-271" fmla="*/ 557111 w 560550"/>
              <a:gd name="connsiteY7-272" fmla="*/ 481348 h 493591"/>
              <a:gd name="connsiteX8-273" fmla="*/ 527738 w 560550"/>
              <a:gd name="connsiteY8-274" fmla="*/ 493568 h 493591"/>
              <a:gd name="connsiteX9-275" fmla="*/ 496688 w 560550"/>
              <a:gd name="connsiteY9-276" fmla="*/ 492722 h 493591"/>
              <a:gd name="connsiteX10-277" fmla="*/ 275338 w 560550"/>
              <a:gd name="connsiteY10-278" fmla="*/ 480778 h 493591"/>
              <a:gd name="connsiteX11-279" fmla="*/ 275975 w 560550"/>
              <a:gd name="connsiteY11-280" fmla="*/ 480403 h 493591"/>
              <a:gd name="connsiteX12-281" fmla="*/ 266629 w 560550"/>
              <a:gd name="connsiteY12-282" fmla="*/ 479903 h 493591"/>
              <a:gd name="connsiteX13-283" fmla="*/ 40497 w 560550"/>
              <a:gd name="connsiteY13-284" fmla="*/ 492105 h 493591"/>
              <a:gd name="connsiteX14-285" fmla="*/ 32832 w 560550"/>
              <a:gd name="connsiteY14-286" fmla="*/ 492314 h 493591"/>
              <a:gd name="connsiteX15-287" fmla="*/ 3210 w 560550"/>
              <a:gd name="connsiteY15-288" fmla="*/ 479408 h 493591"/>
              <a:gd name="connsiteX16-289" fmla="*/ 2740 w 560550"/>
              <a:gd name="connsiteY16-290" fmla="*/ 478849 h 493591"/>
              <a:gd name="connsiteX17-291" fmla="*/ 6844 w 560550"/>
              <a:gd name="connsiteY17-292" fmla="*/ 447301 h 493591"/>
              <a:gd name="connsiteX18-293" fmla="*/ 23102 w 560550"/>
              <a:gd name="connsiteY18-294" fmla="*/ 420834 h 493591"/>
              <a:gd name="connsiteX19-295" fmla="*/ 149231 w 560550"/>
              <a:gd name="connsiteY19-296" fmla="*/ 228009 h 493591"/>
              <a:gd name="connsiteX20-297" fmla="*/ 251731 w 560550"/>
              <a:gd name="connsiteY20-298" fmla="*/ 26070 h 493591"/>
              <a:gd name="connsiteX21-299" fmla="*/ 255383 w 560550"/>
              <a:gd name="connsiteY21-300" fmla="*/ 19328 h 493591"/>
              <a:gd name="connsiteX22-301" fmla="*/ 281371 w 560550"/>
              <a:gd name="connsiteY22-302" fmla="*/ 127 h 493591"/>
              <a:gd name="connsiteX23-303" fmla="*/ 282090 w 560550"/>
              <a:gd name="connsiteY23-304" fmla="*/ 0 h 493591"/>
              <a:gd name="connsiteX0-305" fmla="*/ 282090 w 560550"/>
              <a:gd name="connsiteY0-306" fmla="*/ 0 h 493591"/>
              <a:gd name="connsiteX1-307" fmla="*/ 307359 w 560550"/>
              <a:gd name="connsiteY1-308" fmla="*/ 19328 h 493591"/>
              <a:gd name="connsiteX2-309" fmla="*/ 322151 w 560550"/>
              <a:gd name="connsiteY2-310" fmla="*/ 46641 h 493591"/>
              <a:gd name="connsiteX3-311" fmla="*/ 426075 w 560550"/>
              <a:gd name="connsiteY3-312" fmla="*/ 252279 h 493591"/>
              <a:gd name="connsiteX4-313" fmla="*/ 549713 w 560550"/>
              <a:gd name="connsiteY4-314" fmla="*/ 442022 h 493591"/>
              <a:gd name="connsiteX5-315" fmla="*/ 553726 w 560550"/>
              <a:gd name="connsiteY5-316" fmla="*/ 448555 h 493591"/>
              <a:gd name="connsiteX6-317" fmla="*/ 557360 w 560550"/>
              <a:gd name="connsiteY6-318" fmla="*/ 480662 h 493591"/>
              <a:gd name="connsiteX7-319" fmla="*/ 557111 w 560550"/>
              <a:gd name="connsiteY7-320" fmla="*/ 481348 h 493591"/>
              <a:gd name="connsiteX8-321" fmla="*/ 527738 w 560550"/>
              <a:gd name="connsiteY8-322" fmla="*/ 493568 h 493591"/>
              <a:gd name="connsiteX9-323" fmla="*/ 496688 w 560550"/>
              <a:gd name="connsiteY9-324" fmla="*/ 492722 h 493591"/>
              <a:gd name="connsiteX10-325" fmla="*/ 275338 w 560550"/>
              <a:gd name="connsiteY10-326" fmla="*/ 480778 h 493591"/>
              <a:gd name="connsiteX11-327" fmla="*/ 266629 w 560550"/>
              <a:gd name="connsiteY11-328" fmla="*/ 479903 h 493591"/>
              <a:gd name="connsiteX12-329" fmla="*/ 40497 w 560550"/>
              <a:gd name="connsiteY12-330" fmla="*/ 492105 h 493591"/>
              <a:gd name="connsiteX13-331" fmla="*/ 32832 w 560550"/>
              <a:gd name="connsiteY13-332" fmla="*/ 492314 h 493591"/>
              <a:gd name="connsiteX14-333" fmla="*/ 3210 w 560550"/>
              <a:gd name="connsiteY14-334" fmla="*/ 479408 h 493591"/>
              <a:gd name="connsiteX15-335" fmla="*/ 2740 w 560550"/>
              <a:gd name="connsiteY15-336" fmla="*/ 478849 h 493591"/>
              <a:gd name="connsiteX16-337" fmla="*/ 6844 w 560550"/>
              <a:gd name="connsiteY16-338" fmla="*/ 447301 h 493591"/>
              <a:gd name="connsiteX17-339" fmla="*/ 23102 w 560550"/>
              <a:gd name="connsiteY17-340" fmla="*/ 420834 h 493591"/>
              <a:gd name="connsiteX18-341" fmla="*/ 149231 w 560550"/>
              <a:gd name="connsiteY18-342" fmla="*/ 228009 h 493591"/>
              <a:gd name="connsiteX19-343" fmla="*/ 251731 w 560550"/>
              <a:gd name="connsiteY19-344" fmla="*/ 26070 h 493591"/>
              <a:gd name="connsiteX20-345" fmla="*/ 255383 w 560550"/>
              <a:gd name="connsiteY20-346" fmla="*/ 19328 h 493591"/>
              <a:gd name="connsiteX21-347" fmla="*/ 281371 w 560550"/>
              <a:gd name="connsiteY21-348" fmla="*/ 127 h 493591"/>
              <a:gd name="connsiteX22-349" fmla="*/ 282090 w 560550"/>
              <a:gd name="connsiteY22-350" fmla="*/ 0 h 493591"/>
              <a:gd name="connsiteX0-351" fmla="*/ 282090 w 560550"/>
              <a:gd name="connsiteY0-352" fmla="*/ 0 h 493591"/>
              <a:gd name="connsiteX1-353" fmla="*/ 307359 w 560550"/>
              <a:gd name="connsiteY1-354" fmla="*/ 19328 h 493591"/>
              <a:gd name="connsiteX2-355" fmla="*/ 322151 w 560550"/>
              <a:gd name="connsiteY2-356" fmla="*/ 46641 h 493591"/>
              <a:gd name="connsiteX3-357" fmla="*/ 426075 w 560550"/>
              <a:gd name="connsiteY3-358" fmla="*/ 252279 h 493591"/>
              <a:gd name="connsiteX4-359" fmla="*/ 549713 w 560550"/>
              <a:gd name="connsiteY4-360" fmla="*/ 442022 h 493591"/>
              <a:gd name="connsiteX5-361" fmla="*/ 553726 w 560550"/>
              <a:gd name="connsiteY5-362" fmla="*/ 448555 h 493591"/>
              <a:gd name="connsiteX6-363" fmla="*/ 557360 w 560550"/>
              <a:gd name="connsiteY6-364" fmla="*/ 480662 h 493591"/>
              <a:gd name="connsiteX7-365" fmla="*/ 557111 w 560550"/>
              <a:gd name="connsiteY7-366" fmla="*/ 481348 h 493591"/>
              <a:gd name="connsiteX8-367" fmla="*/ 527738 w 560550"/>
              <a:gd name="connsiteY8-368" fmla="*/ 493568 h 493591"/>
              <a:gd name="connsiteX9-369" fmla="*/ 496688 w 560550"/>
              <a:gd name="connsiteY9-370" fmla="*/ 492722 h 493591"/>
              <a:gd name="connsiteX10-371" fmla="*/ 266629 w 560550"/>
              <a:gd name="connsiteY10-372" fmla="*/ 479903 h 493591"/>
              <a:gd name="connsiteX11-373" fmla="*/ 40497 w 560550"/>
              <a:gd name="connsiteY11-374" fmla="*/ 492105 h 493591"/>
              <a:gd name="connsiteX12-375" fmla="*/ 32832 w 560550"/>
              <a:gd name="connsiteY12-376" fmla="*/ 492314 h 493591"/>
              <a:gd name="connsiteX13-377" fmla="*/ 3210 w 560550"/>
              <a:gd name="connsiteY13-378" fmla="*/ 479408 h 493591"/>
              <a:gd name="connsiteX14-379" fmla="*/ 2740 w 560550"/>
              <a:gd name="connsiteY14-380" fmla="*/ 478849 h 493591"/>
              <a:gd name="connsiteX15-381" fmla="*/ 6844 w 560550"/>
              <a:gd name="connsiteY15-382" fmla="*/ 447301 h 493591"/>
              <a:gd name="connsiteX16-383" fmla="*/ 23102 w 560550"/>
              <a:gd name="connsiteY16-384" fmla="*/ 420834 h 493591"/>
              <a:gd name="connsiteX17-385" fmla="*/ 149231 w 560550"/>
              <a:gd name="connsiteY17-386" fmla="*/ 228009 h 493591"/>
              <a:gd name="connsiteX18-387" fmla="*/ 251731 w 560550"/>
              <a:gd name="connsiteY18-388" fmla="*/ 26070 h 493591"/>
              <a:gd name="connsiteX19-389" fmla="*/ 255383 w 560550"/>
              <a:gd name="connsiteY19-390" fmla="*/ 19328 h 493591"/>
              <a:gd name="connsiteX20-391" fmla="*/ 281371 w 560550"/>
              <a:gd name="connsiteY20-392" fmla="*/ 127 h 493591"/>
              <a:gd name="connsiteX21-393" fmla="*/ 282090 w 560550"/>
              <a:gd name="connsiteY21-394" fmla="*/ 0 h 493591"/>
              <a:gd name="connsiteX0-395" fmla="*/ 282090 w 560550"/>
              <a:gd name="connsiteY0-396" fmla="*/ 0 h 493591"/>
              <a:gd name="connsiteX1-397" fmla="*/ 307359 w 560550"/>
              <a:gd name="connsiteY1-398" fmla="*/ 19328 h 493591"/>
              <a:gd name="connsiteX2-399" fmla="*/ 322151 w 560550"/>
              <a:gd name="connsiteY2-400" fmla="*/ 46641 h 493591"/>
              <a:gd name="connsiteX3-401" fmla="*/ 426075 w 560550"/>
              <a:gd name="connsiteY3-402" fmla="*/ 252279 h 493591"/>
              <a:gd name="connsiteX4-403" fmla="*/ 549713 w 560550"/>
              <a:gd name="connsiteY4-404" fmla="*/ 442022 h 493591"/>
              <a:gd name="connsiteX5-405" fmla="*/ 553726 w 560550"/>
              <a:gd name="connsiteY5-406" fmla="*/ 448555 h 493591"/>
              <a:gd name="connsiteX6-407" fmla="*/ 557360 w 560550"/>
              <a:gd name="connsiteY6-408" fmla="*/ 480662 h 493591"/>
              <a:gd name="connsiteX7-409" fmla="*/ 557111 w 560550"/>
              <a:gd name="connsiteY7-410" fmla="*/ 481348 h 493591"/>
              <a:gd name="connsiteX8-411" fmla="*/ 527738 w 560550"/>
              <a:gd name="connsiteY8-412" fmla="*/ 493568 h 493591"/>
              <a:gd name="connsiteX9-413" fmla="*/ 496688 w 560550"/>
              <a:gd name="connsiteY9-414" fmla="*/ 492722 h 493591"/>
              <a:gd name="connsiteX10-415" fmla="*/ 266629 w 560550"/>
              <a:gd name="connsiteY10-416" fmla="*/ 479903 h 493591"/>
              <a:gd name="connsiteX11-417" fmla="*/ 40497 w 560550"/>
              <a:gd name="connsiteY11-418" fmla="*/ 492105 h 493591"/>
              <a:gd name="connsiteX12-419" fmla="*/ 32832 w 560550"/>
              <a:gd name="connsiteY12-420" fmla="*/ 492314 h 493591"/>
              <a:gd name="connsiteX13-421" fmla="*/ 3210 w 560550"/>
              <a:gd name="connsiteY13-422" fmla="*/ 479408 h 493591"/>
              <a:gd name="connsiteX14-423" fmla="*/ 2740 w 560550"/>
              <a:gd name="connsiteY14-424" fmla="*/ 478849 h 493591"/>
              <a:gd name="connsiteX15-425" fmla="*/ 6844 w 560550"/>
              <a:gd name="connsiteY15-426" fmla="*/ 447301 h 493591"/>
              <a:gd name="connsiteX16-427" fmla="*/ 23102 w 560550"/>
              <a:gd name="connsiteY16-428" fmla="*/ 420834 h 493591"/>
              <a:gd name="connsiteX17-429" fmla="*/ 149231 w 560550"/>
              <a:gd name="connsiteY17-430" fmla="*/ 228009 h 493591"/>
              <a:gd name="connsiteX18-431" fmla="*/ 251731 w 560550"/>
              <a:gd name="connsiteY18-432" fmla="*/ 26070 h 493591"/>
              <a:gd name="connsiteX19-433" fmla="*/ 255383 w 560550"/>
              <a:gd name="connsiteY19-434" fmla="*/ 19328 h 493591"/>
              <a:gd name="connsiteX20-435" fmla="*/ 281371 w 560550"/>
              <a:gd name="connsiteY20-436" fmla="*/ 127 h 493591"/>
              <a:gd name="connsiteX21-437" fmla="*/ 282090 w 560550"/>
              <a:gd name="connsiteY21-438" fmla="*/ 0 h 49359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33" y="connsiteY16-34"/>
              </a:cxn>
              <a:cxn ang="0">
                <a:pos x="connsiteX17-35" y="connsiteY17-36"/>
              </a:cxn>
              <a:cxn ang="0">
                <a:pos x="connsiteX18-37" y="connsiteY18-38"/>
              </a:cxn>
              <a:cxn ang="0">
                <a:pos x="connsiteX19-39" y="connsiteY19-40"/>
              </a:cxn>
              <a:cxn ang="0">
                <a:pos x="connsiteX20-41" y="connsiteY20-42"/>
              </a:cxn>
              <a:cxn ang="0">
                <a:pos x="connsiteX21-43" y="connsiteY21-44"/>
              </a:cxn>
            </a:cxnLst>
            <a:rect l="l" t="t" r="r" b="b"/>
            <a:pathLst>
              <a:path w="560550" h="493591">
                <a:moveTo>
                  <a:pt x="282090" y="0"/>
                </a:moveTo>
                <a:cubicBezTo>
                  <a:pt x="291235" y="0"/>
                  <a:pt x="300381" y="6443"/>
                  <a:pt x="307359" y="19328"/>
                </a:cubicBezTo>
                <a:lnTo>
                  <a:pt x="322151" y="46641"/>
                </a:lnTo>
                <a:cubicBezTo>
                  <a:pt x="341937" y="85466"/>
                  <a:pt x="388148" y="186382"/>
                  <a:pt x="426075" y="252279"/>
                </a:cubicBezTo>
                <a:cubicBezTo>
                  <a:pt x="464002" y="318176"/>
                  <a:pt x="528438" y="409309"/>
                  <a:pt x="549713" y="442022"/>
                </a:cubicBezTo>
                <a:lnTo>
                  <a:pt x="553726" y="448555"/>
                </a:lnTo>
                <a:cubicBezTo>
                  <a:pt x="561598" y="461368"/>
                  <a:pt x="562451" y="472766"/>
                  <a:pt x="557360" y="480662"/>
                </a:cubicBezTo>
                <a:cubicBezTo>
                  <a:pt x="557347" y="480929"/>
                  <a:pt x="557231" y="481140"/>
                  <a:pt x="557111" y="481348"/>
                </a:cubicBezTo>
                <a:cubicBezTo>
                  <a:pt x="552538" y="489268"/>
                  <a:pt x="542386" y="493968"/>
                  <a:pt x="527738" y="493568"/>
                </a:cubicBezTo>
                <a:lnTo>
                  <a:pt x="496688" y="492722"/>
                </a:lnTo>
                <a:cubicBezTo>
                  <a:pt x="453170" y="490445"/>
                  <a:pt x="342661" y="480006"/>
                  <a:pt x="266629" y="479903"/>
                </a:cubicBezTo>
                <a:cubicBezTo>
                  <a:pt x="190597" y="479800"/>
                  <a:pt x="79463" y="490037"/>
                  <a:pt x="40497" y="492105"/>
                </a:cubicBezTo>
                <a:lnTo>
                  <a:pt x="32832" y="492314"/>
                </a:lnTo>
                <a:cubicBezTo>
                  <a:pt x="17800" y="492724"/>
                  <a:pt x="7502" y="487764"/>
                  <a:pt x="3210" y="479408"/>
                </a:cubicBezTo>
                <a:cubicBezTo>
                  <a:pt x="2985" y="479262"/>
                  <a:pt x="2860" y="479056"/>
                  <a:pt x="2740" y="478849"/>
                </a:cubicBezTo>
                <a:cubicBezTo>
                  <a:pt x="-1833" y="470928"/>
                  <a:pt x="-826" y="459787"/>
                  <a:pt x="6844" y="447301"/>
                </a:cubicBezTo>
                <a:lnTo>
                  <a:pt x="23102" y="420834"/>
                </a:lnTo>
                <a:cubicBezTo>
                  <a:pt x="46833" y="384285"/>
                  <a:pt x="111126" y="293803"/>
                  <a:pt x="149231" y="228009"/>
                </a:cubicBezTo>
                <a:cubicBezTo>
                  <a:pt x="187336" y="162215"/>
                  <a:pt x="234039" y="60850"/>
                  <a:pt x="251731" y="26070"/>
                </a:cubicBezTo>
                <a:lnTo>
                  <a:pt x="255383" y="19328"/>
                </a:lnTo>
                <a:cubicBezTo>
                  <a:pt x="262543" y="6104"/>
                  <a:pt x="271988" y="-334"/>
                  <a:pt x="281371" y="127"/>
                </a:cubicBezTo>
                <a:cubicBezTo>
                  <a:pt x="281609" y="5"/>
                  <a:pt x="281850" y="0"/>
                  <a:pt x="282090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zh-CN" altLang="en-US">
              <a:solidFill>
                <a:srgbClr val="FFFFFF"/>
              </a:solidFill>
              <a:latin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15" name="KSO_Shape"/>
          <p:cNvSpPr/>
          <p:nvPr>
            <p:custDataLst>
              <p:tags r:id="rId13"/>
            </p:custDataLst>
          </p:nvPr>
        </p:nvSpPr>
        <p:spPr>
          <a:xfrm rot="298659" flipH="1" flipV="1">
            <a:off x="2470150" y="4416425"/>
            <a:ext cx="193675" cy="171450"/>
          </a:xfrm>
          <a:custGeom>
            <a:avLst/>
            <a:gdLst>
              <a:gd name="connsiteX0" fmla="*/ 282090 w 560550"/>
              <a:gd name="connsiteY0" fmla="*/ 0 h 493591"/>
              <a:gd name="connsiteX1" fmla="*/ 307359 w 560550"/>
              <a:gd name="connsiteY1" fmla="*/ 19328 h 493591"/>
              <a:gd name="connsiteX2" fmla="*/ 322151 w 560550"/>
              <a:gd name="connsiteY2" fmla="*/ 46641 h 493591"/>
              <a:gd name="connsiteX3" fmla="*/ 422483 w 560550"/>
              <a:gd name="connsiteY3" fmla="*/ 244308 h 493591"/>
              <a:gd name="connsiteX4" fmla="*/ 421839 w 560550"/>
              <a:gd name="connsiteY4" fmla="*/ 243943 h 493591"/>
              <a:gd name="connsiteX5" fmla="*/ 426075 w 560550"/>
              <a:gd name="connsiteY5" fmla="*/ 252279 h 493591"/>
              <a:gd name="connsiteX6" fmla="*/ 549713 w 560550"/>
              <a:gd name="connsiteY6" fmla="*/ 442022 h 493591"/>
              <a:gd name="connsiteX7" fmla="*/ 553726 w 560550"/>
              <a:gd name="connsiteY7" fmla="*/ 448555 h 493591"/>
              <a:gd name="connsiteX8" fmla="*/ 557360 w 560550"/>
              <a:gd name="connsiteY8" fmla="*/ 480662 h 493591"/>
              <a:gd name="connsiteX9" fmla="*/ 557111 w 560550"/>
              <a:gd name="connsiteY9" fmla="*/ 481348 h 493591"/>
              <a:gd name="connsiteX10" fmla="*/ 527738 w 560550"/>
              <a:gd name="connsiteY10" fmla="*/ 493568 h 493591"/>
              <a:gd name="connsiteX11" fmla="*/ 496688 w 560550"/>
              <a:gd name="connsiteY11" fmla="*/ 492722 h 493591"/>
              <a:gd name="connsiteX12" fmla="*/ 275338 w 560550"/>
              <a:gd name="connsiteY12" fmla="*/ 480778 h 493591"/>
              <a:gd name="connsiteX13" fmla="*/ 275975 w 560550"/>
              <a:gd name="connsiteY13" fmla="*/ 480403 h 493591"/>
              <a:gd name="connsiteX14" fmla="*/ 266629 w 560550"/>
              <a:gd name="connsiteY14" fmla="*/ 479903 h 493591"/>
              <a:gd name="connsiteX15" fmla="*/ 40497 w 560550"/>
              <a:gd name="connsiteY15" fmla="*/ 492105 h 493591"/>
              <a:gd name="connsiteX16" fmla="*/ 32832 w 560550"/>
              <a:gd name="connsiteY16" fmla="*/ 492314 h 493591"/>
              <a:gd name="connsiteX17" fmla="*/ 3210 w 560550"/>
              <a:gd name="connsiteY17" fmla="*/ 479408 h 493591"/>
              <a:gd name="connsiteX18" fmla="*/ 2740 w 560550"/>
              <a:gd name="connsiteY18" fmla="*/ 478849 h 493591"/>
              <a:gd name="connsiteX19" fmla="*/ 6844 w 560550"/>
              <a:gd name="connsiteY19" fmla="*/ 447301 h 493591"/>
              <a:gd name="connsiteX20" fmla="*/ 23102 w 560550"/>
              <a:gd name="connsiteY20" fmla="*/ 420834 h 493591"/>
              <a:gd name="connsiteX21" fmla="*/ 144121 w 560550"/>
              <a:gd name="connsiteY21" fmla="*/ 235111 h 493591"/>
              <a:gd name="connsiteX22" fmla="*/ 144127 w 560550"/>
              <a:gd name="connsiteY22" fmla="*/ 235851 h 493591"/>
              <a:gd name="connsiteX23" fmla="*/ 149231 w 560550"/>
              <a:gd name="connsiteY23" fmla="*/ 228009 h 493591"/>
              <a:gd name="connsiteX24" fmla="*/ 251731 w 560550"/>
              <a:gd name="connsiteY24" fmla="*/ 26070 h 493591"/>
              <a:gd name="connsiteX25" fmla="*/ 255383 w 560550"/>
              <a:gd name="connsiteY25" fmla="*/ 19328 h 493591"/>
              <a:gd name="connsiteX26" fmla="*/ 281371 w 560550"/>
              <a:gd name="connsiteY26" fmla="*/ 127 h 493591"/>
              <a:gd name="connsiteX27" fmla="*/ 282090 w 560550"/>
              <a:gd name="connsiteY27" fmla="*/ 0 h 493591"/>
              <a:gd name="connsiteX0-1" fmla="*/ 282090 w 560550"/>
              <a:gd name="connsiteY0-2" fmla="*/ 0 h 493591"/>
              <a:gd name="connsiteX1-3" fmla="*/ 307359 w 560550"/>
              <a:gd name="connsiteY1-4" fmla="*/ 19328 h 493591"/>
              <a:gd name="connsiteX2-5" fmla="*/ 322151 w 560550"/>
              <a:gd name="connsiteY2-6" fmla="*/ 46641 h 493591"/>
              <a:gd name="connsiteX3-7" fmla="*/ 422483 w 560550"/>
              <a:gd name="connsiteY3-8" fmla="*/ 244308 h 493591"/>
              <a:gd name="connsiteX4-9" fmla="*/ 426075 w 560550"/>
              <a:gd name="connsiteY4-10" fmla="*/ 252279 h 493591"/>
              <a:gd name="connsiteX5-11" fmla="*/ 549713 w 560550"/>
              <a:gd name="connsiteY5-12" fmla="*/ 442022 h 493591"/>
              <a:gd name="connsiteX6-13" fmla="*/ 553726 w 560550"/>
              <a:gd name="connsiteY6-14" fmla="*/ 448555 h 493591"/>
              <a:gd name="connsiteX7-15" fmla="*/ 557360 w 560550"/>
              <a:gd name="connsiteY7-16" fmla="*/ 480662 h 493591"/>
              <a:gd name="connsiteX8-17" fmla="*/ 557111 w 560550"/>
              <a:gd name="connsiteY8-18" fmla="*/ 481348 h 493591"/>
              <a:gd name="connsiteX9-19" fmla="*/ 527738 w 560550"/>
              <a:gd name="connsiteY9-20" fmla="*/ 493568 h 493591"/>
              <a:gd name="connsiteX10-21" fmla="*/ 496688 w 560550"/>
              <a:gd name="connsiteY10-22" fmla="*/ 492722 h 493591"/>
              <a:gd name="connsiteX11-23" fmla="*/ 275338 w 560550"/>
              <a:gd name="connsiteY11-24" fmla="*/ 480778 h 493591"/>
              <a:gd name="connsiteX12-25" fmla="*/ 275975 w 560550"/>
              <a:gd name="connsiteY12-26" fmla="*/ 480403 h 493591"/>
              <a:gd name="connsiteX13-27" fmla="*/ 266629 w 560550"/>
              <a:gd name="connsiteY13-28" fmla="*/ 479903 h 493591"/>
              <a:gd name="connsiteX14-29" fmla="*/ 40497 w 560550"/>
              <a:gd name="connsiteY14-30" fmla="*/ 492105 h 493591"/>
              <a:gd name="connsiteX15-31" fmla="*/ 32832 w 560550"/>
              <a:gd name="connsiteY15-32" fmla="*/ 492314 h 493591"/>
              <a:gd name="connsiteX16-33" fmla="*/ 3210 w 560550"/>
              <a:gd name="connsiteY16-34" fmla="*/ 479408 h 493591"/>
              <a:gd name="connsiteX17-35" fmla="*/ 2740 w 560550"/>
              <a:gd name="connsiteY17-36" fmla="*/ 478849 h 493591"/>
              <a:gd name="connsiteX18-37" fmla="*/ 6844 w 560550"/>
              <a:gd name="connsiteY18-38" fmla="*/ 447301 h 493591"/>
              <a:gd name="connsiteX19-39" fmla="*/ 23102 w 560550"/>
              <a:gd name="connsiteY19-40" fmla="*/ 420834 h 493591"/>
              <a:gd name="connsiteX20-41" fmla="*/ 144121 w 560550"/>
              <a:gd name="connsiteY20-42" fmla="*/ 235111 h 493591"/>
              <a:gd name="connsiteX21-43" fmla="*/ 144127 w 560550"/>
              <a:gd name="connsiteY21-44" fmla="*/ 235851 h 493591"/>
              <a:gd name="connsiteX22-45" fmla="*/ 149231 w 560550"/>
              <a:gd name="connsiteY22-46" fmla="*/ 228009 h 493591"/>
              <a:gd name="connsiteX23-47" fmla="*/ 251731 w 560550"/>
              <a:gd name="connsiteY23-48" fmla="*/ 26070 h 493591"/>
              <a:gd name="connsiteX24-49" fmla="*/ 255383 w 560550"/>
              <a:gd name="connsiteY24-50" fmla="*/ 19328 h 493591"/>
              <a:gd name="connsiteX25-51" fmla="*/ 281371 w 560550"/>
              <a:gd name="connsiteY25-52" fmla="*/ 127 h 493591"/>
              <a:gd name="connsiteX26-53" fmla="*/ 282090 w 560550"/>
              <a:gd name="connsiteY26-54" fmla="*/ 0 h 493591"/>
              <a:gd name="connsiteX0-55" fmla="*/ 282090 w 560550"/>
              <a:gd name="connsiteY0-56" fmla="*/ 0 h 493591"/>
              <a:gd name="connsiteX1-57" fmla="*/ 307359 w 560550"/>
              <a:gd name="connsiteY1-58" fmla="*/ 19328 h 493591"/>
              <a:gd name="connsiteX2-59" fmla="*/ 322151 w 560550"/>
              <a:gd name="connsiteY2-60" fmla="*/ 46641 h 493591"/>
              <a:gd name="connsiteX3-61" fmla="*/ 426075 w 560550"/>
              <a:gd name="connsiteY3-62" fmla="*/ 252279 h 493591"/>
              <a:gd name="connsiteX4-63" fmla="*/ 549713 w 560550"/>
              <a:gd name="connsiteY4-64" fmla="*/ 442022 h 493591"/>
              <a:gd name="connsiteX5-65" fmla="*/ 553726 w 560550"/>
              <a:gd name="connsiteY5-66" fmla="*/ 448555 h 493591"/>
              <a:gd name="connsiteX6-67" fmla="*/ 557360 w 560550"/>
              <a:gd name="connsiteY6-68" fmla="*/ 480662 h 493591"/>
              <a:gd name="connsiteX7-69" fmla="*/ 557111 w 560550"/>
              <a:gd name="connsiteY7-70" fmla="*/ 481348 h 493591"/>
              <a:gd name="connsiteX8-71" fmla="*/ 527738 w 560550"/>
              <a:gd name="connsiteY8-72" fmla="*/ 493568 h 493591"/>
              <a:gd name="connsiteX9-73" fmla="*/ 496688 w 560550"/>
              <a:gd name="connsiteY9-74" fmla="*/ 492722 h 493591"/>
              <a:gd name="connsiteX10-75" fmla="*/ 275338 w 560550"/>
              <a:gd name="connsiteY10-76" fmla="*/ 480778 h 493591"/>
              <a:gd name="connsiteX11-77" fmla="*/ 275975 w 560550"/>
              <a:gd name="connsiteY11-78" fmla="*/ 480403 h 493591"/>
              <a:gd name="connsiteX12-79" fmla="*/ 266629 w 560550"/>
              <a:gd name="connsiteY12-80" fmla="*/ 479903 h 493591"/>
              <a:gd name="connsiteX13-81" fmla="*/ 40497 w 560550"/>
              <a:gd name="connsiteY13-82" fmla="*/ 492105 h 493591"/>
              <a:gd name="connsiteX14-83" fmla="*/ 32832 w 560550"/>
              <a:gd name="connsiteY14-84" fmla="*/ 492314 h 493591"/>
              <a:gd name="connsiteX15-85" fmla="*/ 3210 w 560550"/>
              <a:gd name="connsiteY15-86" fmla="*/ 479408 h 493591"/>
              <a:gd name="connsiteX16-87" fmla="*/ 2740 w 560550"/>
              <a:gd name="connsiteY16-88" fmla="*/ 478849 h 493591"/>
              <a:gd name="connsiteX17-89" fmla="*/ 6844 w 560550"/>
              <a:gd name="connsiteY17-90" fmla="*/ 447301 h 493591"/>
              <a:gd name="connsiteX18-91" fmla="*/ 23102 w 560550"/>
              <a:gd name="connsiteY18-92" fmla="*/ 420834 h 493591"/>
              <a:gd name="connsiteX19-93" fmla="*/ 144121 w 560550"/>
              <a:gd name="connsiteY19-94" fmla="*/ 235111 h 493591"/>
              <a:gd name="connsiteX20-95" fmla="*/ 144127 w 560550"/>
              <a:gd name="connsiteY20-96" fmla="*/ 235851 h 493591"/>
              <a:gd name="connsiteX21-97" fmla="*/ 149231 w 560550"/>
              <a:gd name="connsiteY21-98" fmla="*/ 228009 h 493591"/>
              <a:gd name="connsiteX22-99" fmla="*/ 251731 w 560550"/>
              <a:gd name="connsiteY22-100" fmla="*/ 26070 h 493591"/>
              <a:gd name="connsiteX23-101" fmla="*/ 255383 w 560550"/>
              <a:gd name="connsiteY23-102" fmla="*/ 19328 h 493591"/>
              <a:gd name="connsiteX24-103" fmla="*/ 281371 w 560550"/>
              <a:gd name="connsiteY24-104" fmla="*/ 127 h 493591"/>
              <a:gd name="connsiteX25-105" fmla="*/ 282090 w 560550"/>
              <a:gd name="connsiteY25-106" fmla="*/ 0 h 493591"/>
              <a:gd name="connsiteX0-107" fmla="*/ 282090 w 560550"/>
              <a:gd name="connsiteY0-108" fmla="*/ 0 h 493591"/>
              <a:gd name="connsiteX1-109" fmla="*/ 307359 w 560550"/>
              <a:gd name="connsiteY1-110" fmla="*/ 19328 h 493591"/>
              <a:gd name="connsiteX2-111" fmla="*/ 322151 w 560550"/>
              <a:gd name="connsiteY2-112" fmla="*/ 46641 h 493591"/>
              <a:gd name="connsiteX3-113" fmla="*/ 426075 w 560550"/>
              <a:gd name="connsiteY3-114" fmla="*/ 252279 h 493591"/>
              <a:gd name="connsiteX4-115" fmla="*/ 549713 w 560550"/>
              <a:gd name="connsiteY4-116" fmla="*/ 442022 h 493591"/>
              <a:gd name="connsiteX5-117" fmla="*/ 553726 w 560550"/>
              <a:gd name="connsiteY5-118" fmla="*/ 448555 h 493591"/>
              <a:gd name="connsiteX6-119" fmla="*/ 557360 w 560550"/>
              <a:gd name="connsiteY6-120" fmla="*/ 480662 h 493591"/>
              <a:gd name="connsiteX7-121" fmla="*/ 557111 w 560550"/>
              <a:gd name="connsiteY7-122" fmla="*/ 481348 h 493591"/>
              <a:gd name="connsiteX8-123" fmla="*/ 527738 w 560550"/>
              <a:gd name="connsiteY8-124" fmla="*/ 493568 h 493591"/>
              <a:gd name="connsiteX9-125" fmla="*/ 496688 w 560550"/>
              <a:gd name="connsiteY9-126" fmla="*/ 492722 h 493591"/>
              <a:gd name="connsiteX10-127" fmla="*/ 275338 w 560550"/>
              <a:gd name="connsiteY10-128" fmla="*/ 480778 h 493591"/>
              <a:gd name="connsiteX11-129" fmla="*/ 275975 w 560550"/>
              <a:gd name="connsiteY11-130" fmla="*/ 480403 h 493591"/>
              <a:gd name="connsiteX12-131" fmla="*/ 266629 w 560550"/>
              <a:gd name="connsiteY12-132" fmla="*/ 479903 h 493591"/>
              <a:gd name="connsiteX13-133" fmla="*/ 40497 w 560550"/>
              <a:gd name="connsiteY13-134" fmla="*/ 492105 h 493591"/>
              <a:gd name="connsiteX14-135" fmla="*/ 32832 w 560550"/>
              <a:gd name="connsiteY14-136" fmla="*/ 492314 h 493591"/>
              <a:gd name="connsiteX15-137" fmla="*/ 3210 w 560550"/>
              <a:gd name="connsiteY15-138" fmla="*/ 479408 h 493591"/>
              <a:gd name="connsiteX16-139" fmla="*/ 2740 w 560550"/>
              <a:gd name="connsiteY16-140" fmla="*/ 478849 h 493591"/>
              <a:gd name="connsiteX17-141" fmla="*/ 6844 w 560550"/>
              <a:gd name="connsiteY17-142" fmla="*/ 447301 h 493591"/>
              <a:gd name="connsiteX18-143" fmla="*/ 23102 w 560550"/>
              <a:gd name="connsiteY18-144" fmla="*/ 420834 h 493591"/>
              <a:gd name="connsiteX19-145" fmla="*/ 144121 w 560550"/>
              <a:gd name="connsiteY19-146" fmla="*/ 235111 h 493591"/>
              <a:gd name="connsiteX20-147" fmla="*/ 144127 w 560550"/>
              <a:gd name="connsiteY20-148" fmla="*/ 235851 h 493591"/>
              <a:gd name="connsiteX21-149" fmla="*/ 149231 w 560550"/>
              <a:gd name="connsiteY21-150" fmla="*/ 228009 h 493591"/>
              <a:gd name="connsiteX22-151" fmla="*/ 251731 w 560550"/>
              <a:gd name="connsiteY22-152" fmla="*/ 26070 h 493591"/>
              <a:gd name="connsiteX23-153" fmla="*/ 255383 w 560550"/>
              <a:gd name="connsiteY23-154" fmla="*/ 19328 h 493591"/>
              <a:gd name="connsiteX24-155" fmla="*/ 281371 w 560550"/>
              <a:gd name="connsiteY24-156" fmla="*/ 127 h 493591"/>
              <a:gd name="connsiteX25-157" fmla="*/ 282090 w 560550"/>
              <a:gd name="connsiteY25-158" fmla="*/ 0 h 493591"/>
              <a:gd name="connsiteX0-159" fmla="*/ 282090 w 560550"/>
              <a:gd name="connsiteY0-160" fmla="*/ 0 h 493591"/>
              <a:gd name="connsiteX1-161" fmla="*/ 307359 w 560550"/>
              <a:gd name="connsiteY1-162" fmla="*/ 19328 h 493591"/>
              <a:gd name="connsiteX2-163" fmla="*/ 322151 w 560550"/>
              <a:gd name="connsiteY2-164" fmla="*/ 46641 h 493591"/>
              <a:gd name="connsiteX3-165" fmla="*/ 426075 w 560550"/>
              <a:gd name="connsiteY3-166" fmla="*/ 252279 h 493591"/>
              <a:gd name="connsiteX4-167" fmla="*/ 549713 w 560550"/>
              <a:gd name="connsiteY4-168" fmla="*/ 442022 h 493591"/>
              <a:gd name="connsiteX5-169" fmla="*/ 553726 w 560550"/>
              <a:gd name="connsiteY5-170" fmla="*/ 448555 h 493591"/>
              <a:gd name="connsiteX6-171" fmla="*/ 557360 w 560550"/>
              <a:gd name="connsiteY6-172" fmla="*/ 480662 h 493591"/>
              <a:gd name="connsiteX7-173" fmla="*/ 557111 w 560550"/>
              <a:gd name="connsiteY7-174" fmla="*/ 481348 h 493591"/>
              <a:gd name="connsiteX8-175" fmla="*/ 527738 w 560550"/>
              <a:gd name="connsiteY8-176" fmla="*/ 493568 h 493591"/>
              <a:gd name="connsiteX9-177" fmla="*/ 496688 w 560550"/>
              <a:gd name="connsiteY9-178" fmla="*/ 492722 h 493591"/>
              <a:gd name="connsiteX10-179" fmla="*/ 275338 w 560550"/>
              <a:gd name="connsiteY10-180" fmla="*/ 480778 h 493591"/>
              <a:gd name="connsiteX11-181" fmla="*/ 275975 w 560550"/>
              <a:gd name="connsiteY11-182" fmla="*/ 480403 h 493591"/>
              <a:gd name="connsiteX12-183" fmla="*/ 266629 w 560550"/>
              <a:gd name="connsiteY12-184" fmla="*/ 479903 h 493591"/>
              <a:gd name="connsiteX13-185" fmla="*/ 40497 w 560550"/>
              <a:gd name="connsiteY13-186" fmla="*/ 492105 h 493591"/>
              <a:gd name="connsiteX14-187" fmla="*/ 32832 w 560550"/>
              <a:gd name="connsiteY14-188" fmla="*/ 492314 h 493591"/>
              <a:gd name="connsiteX15-189" fmla="*/ 3210 w 560550"/>
              <a:gd name="connsiteY15-190" fmla="*/ 479408 h 493591"/>
              <a:gd name="connsiteX16-191" fmla="*/ 2740 w 560550"/>
              <a:gd name="connsiteY16-192" fmla="*/ 478849 h 493591"/>
              <a:gd name="connsiteX17-193" fmla="*/ 6844 w 560550"/>
              <a:gd name="connsiteY17-194" fmla="*/ 447301 h 493591"/>
              <a:gd name="connsiteX18-195" fmla="*/ 23102 w 560550"/>
              <a:gd name="connsiteY18-196" fmla="*/ 420834 h 493591"/>
              <a:gd name="connsiteX19-197" fmla="*/ 144121 w 560550"/>
              <a:gd name="connsiteY19-198" fmla="*/ 235111 h 493591"/>
              <a:gd name="connsiteX20-199" fmla="*/ 149231 w 560550"/>
              <a:gd name="connsiteY20-200" fmla="*/ 228009 h 493591"/>
              <a:gd name="connsiteX21-201" fmla="*/ 251731 w 560550"/>
              <a:gd name="connsiteY21-202" fmla="*/ 26070 h 493591"/>
              <a:gd name="connsiteX22-203" fmla="*/ 255383 w 560550"/>
              <a:gd name="connsiteY22-204" fmla="*/ 19328 h 493591"/>
              <a:gd name="connsiteX23-205" fmla="*/ 281371 w 560550"/>
              <a:gd name="connsiteY23-206" fmla="*/ 127 h 493591"/>
              <a:gd name="connsiteX24-207" fmla="*/ 282090 w 560550"/>
              <a:gd name="connsiteY24-208" fmla="*/ 0 h 493591"/>
              <a:gd name="connsiteX0-209" fmla="*/ 282090 w 560550"/>
              <a:gd name="connsiteY0-210" fmla="*/ 0 h 493591"/>
              <a:gd name="connsiteX1-211" fmla="*/ 307359 w 560550"/>
              <a:gd name="connsiteY1-212" fmla="*/ 19328 h 493591"/>
              <a:gd name="connsiteX2-213" fmla="*/ 322151 w 560550"/>
              <a:gd name="connsiteY2-214" fmla="*/ 46641 h 493591"/>
              <a:gd name="connsiteX3-215" fmla="*/ 426075 w 560550"/>
              <a:gd name="connsiteY3-216" fmla="*/ 252279 h 493591"/>
              <a:gd name="connsiteX4-217" fmla="*/ 549713 w 560550"/>
              <a:gd name="connsiteY4-218" fmla="*/ 442022 h 493591"/>
              <a:gd name="connsiteX5-219" fmla="*/ 553726 w 560550"/>
              <a:gd name="connsiteY5-220" fmla="*/ 448555 h 493591"/>
              <a:gd name="connsiteX6-221" fmla="*/ 557360 w 560550"/>
              <a:gd name="connsiteY6-222" fmla="*/ 480662 h 493591"/>
              <a:gd name="connsiteX7-223" fmla="*/ 557111 w 560550"/>
              <a:gd name="connsiteY7-224" fmla="*/ 481348 h 493591"/>
              <a:gd name="connsiteX8-225" fmla="*/ 527738 w 560550"/>
              <a:gd name="connsiteY8-226" fmla="*/ 493568 h 493591"/>
              <a:gd name="connsiteX9-227" fmla="*/ 496688 w 560550"/>
              <a:gd name="connsiteY9-228" fmla="*/ 492722 h 493591"/>
              <a:gd name="connsiteX10-229" fmla="*/ 275338 w 560550"/>
              <a:gd name="connsiteY10-230" fmla="*/ 480778 h 493591"/>
              <a:gd name="connsiteX11-231" fmla="*/ 275975 w 560550"/>
              <a:gd name="connsiteY11-232" fmla="*/ 480403 h 493591"/>
              <a:gd name="connsiteX12-233" fmla="*/ 266629 w 560550"/>
              <a:gd name="connsiteY12-234" fmla="*/ 479903 h 493591"/>
              <a:gd name="connsiteX13-235" fmla="*/ 40497 w 560550"/>
              <a:gd name="connsiteY13-236" fmla="*/ 492105 h 493591"/>
              <a:gd name="connsiteX14-237" fmla="*/ 32832 w 560550"/>
              <a:gd name="connsiteY14-238" fmla="*/ 492314 h 493591"/>
              <a:gd name="connsiteX15-239" fmla="*/ 3210 w 560550"/>
              <a:gd name="connsiteY15-240" fmla="*/ 479408 h 493591"/>
              <a:gd name="connsiteX16-241" fmla="*/ 2740 w 560550"/>
              <a:gd name="connsiteY16-242" fmla="*/ 478849 h 493591"/>
              <a:gd name="connsiteX17-243" fmla="*/ 6844 w 560550"/>
              <a:gd name="connsiteY17-244" fmla="*/ 447301 h 493591"/>
              <a:gd name="connsiteX18-245" fmla="*/ 23102 w 560550"/>
              <a:gd name="connsiteY18-246" fmla="*/ 420834 h 493591"/>
              <a:gd name="connsiteX19-247" fmla="*/ 149231 w 560550"/>
              <a:gd name="connsiteY19-248" fmla="*/ 228009 h 493591"/>
              <a:gd name="connsiteX20-249" fmla="*/ 251731 w 560550"/>
              <a:gd name="connsiteY20-250" fmla="*/ 26070 h 493591"/>
              <a:gd name="connsiteX21-251" fmla="*/ 255383 w 560550"/>
              <a:gd name="connsiteY21-252" fmla="*/ 19328 h 493591"/>
              <a:gd name="connsiteX22-253" fmla="*/ 281371 w 560550"/>
              <a:gd name="connsiteY22-254" fmla="*/ 127 h 493591"/>
              <a:gd name="connsiteX23-255" fmla="*/ 282090 w 560550"/>
              <a:gd name="connsiteY23-256" fmla="*/ 0 h 493591"/>
              <a:gd name="connsiteX0-257" fmla="*/ 282090 w 560550"/>
              <a:gd name="connsiteY0-258" fmla="*/ 0 h 493591"/>
              <a:gd name="connsiteX1-259" fmla="*/ 307359 w 560550"/>
              <a:gd name="connsiteY1-260" fmla="*/ 19328 h 493591"/>
              <a:gd name="connsiteX2-261" fmla="*/ 322151 w 560550"/>
              <a:gd name="connsiteY2-262" fmla="*/ 46641 h 493591"/>
              <a:gd name="connsiteX3-263" fmla="*/ 426075 w 560550"/>
              <a:gd name="connsiteY3-264" fmla="*/ 252279 h 493591"/>
              <a:gd name="connsiteX4-265" fmla="*/ 549713 w 560550"/>
              <a:gd name="connsiteY4-266" fmla="*/ 442022 h 493591"/>
              <a:gd name="connsiteX5-267" fmla="*/ 553726 w 560550"/>
              <a:gd name="connsiteY5-268" fmla="*/ 448555 h 493591"/>
              <a:gd name="connsiteX6-269" fmla="*/ 557360 w 560550"/>
              <a:gd name="connsiteY6-270" fmla="*/ 480662 h 493591"/>
              <a:gd name="connsiteX7-271" fmla="*/ 557111 w 560550"/>
              <a:gd name="connsiteY7-272" fmla="*/ 481348 h 493591"/>
              <a:gd name="connsiteX8-273" fmla="*/ 527738 w 560550"/>
              <a:gd name="connsiteY8-274" fmla="*/ 493568 h 493591"/>
              <a:gd name="connsiteX9-275" fmla="*/ 496688 w 560550"/>
              <a:gd name="connsiteY9-276" fmla="*/ 492722 h 493591"/>
              <a:gd name="connsiteX10-277" fmla="*/ 275338 w 560550"/>
              <a:gd name="connsiteY10-278" fmla="*/ 480778 h 493591"/>
              <a:gd name="connsiteX11-279" fmla="*/ 275975 w 560550"/>
              <a:gd name="connsiteY11-280" fmla="*/ 480403 h 493591"/>
              <a:gd name="connsiteX12-281" fmla="*/ 266629 w 560550"/>
              <a:gd name="connsiteY12-282" fmla="*/ 479903 h 493591"/>
              <a:gd name="connsiteX13-283" fmla="*/ 40497 w 560550"/>
              <a:gd name="connsiteY13-284" fmla="*/ 492105 h 493591"/>
              <a:gd name="connsiteX14-285" fmla="*/ 32832 w 560550"/>
              <a:gd name="connsiteY14-286" fmla="*/ 492314 h 493591"/>
              <a:gd name="connsiteX15-287" fmla="*/ 3210 w 560550"/>
              <a:gd name="connsiteY15-288" fmla="*/ 479408 h 493591"/>
              <a:gd name="connsiteX16-289" fmla="*/ 2740 w 560550"/>
              <a:gd name="connsiteY16-290" fmla="*/ 478849 h 493591"/>
              <a:gd name="connsiteX17-291" fmla="*/ 6844 w 560550"/>
              <a:gd name="connsiteY17-292" fmla="*/ 447301 h 493591"/>
              <a:gd name="connsiteX18-293" fmla="*/ 23102 w 560550"/>
              <a:gd name="connsiteY18-294" fmla="*/ 420834 h 493591"/>
              <a:gd name="connsiteX19-295" fmla="*/ 149231 w 560550"/>
              <a:gd name="connsiteY19-296" fmla="*/ 228009 h 493591"/>
              <a:gd name="connsiteX20-297" fmla="*/ 251731 w 560550"/>
              <a:gd name="connsiteY20-298" fmla="*/ 26070 h 493591"/>
              <a:gd name="connsiteX21-299" fmla="*/ 255383 w 560550"/>
              <a:gd name="connsiteY21-300" fmla="*/ 19328 h 493591"/>
              <a:gd name="connsiteX22-301" fmla="*/ 281371 w 560550"/>
              <a:gd name="connsiteY22-302" fmla="*/ 127 h 493591"/>
              <a:gd name="connsiteX23-303" fmla="*/ 282090 w 560550"/>
              <a:gd name="connsiteY23-304" fmla="*/ 0 h 493591"/>
              <a:gd name="connsiteX0-305" fmla="*/ 282090 w 560550"/>
              <a:gd name="connsiteY0-306" fmla="*/ 0 h 493591"/>
              <a:gd name="connsiteX1-307" fmla="*/ 307359 w 560550"/>
              <a:gd name="connsiteY1-308" fmla="*/ 19328 h 493591"/>
              <a:gd name="connsiteX2-309" fmla="*/ 322151 w 560550"/>
              <a:gd name="connsiteY2-310" fmla="*/ 46641 h 493591"/>
              <a:gd name="connsiteX3-311" fmla="*/ 426075 w 560550"/>
              <a:gd name="connsiteY3-312" fmla="*/ 252279 h 493591"/>
              <a:gd name="connsiteX4-313" fmla="*/ 549713 w 560550"/>
              <a:gd name="connsiteY4-314" fmla="*/ 442022 h 493591"/>
              <a:gd name="connsiteX5-315" fmla="*/ 553726 w 560550"/>
              <a:gd name="connsiteY5-316" fmla="*/ 448555 h 493591"/>
              <a:gd name="connsiteX6-317" fmla="*/ 557360 w 560550"/>
              <a:gd name="connsiteY6-318" fmla="*/ 480662 h 493591"/>
              <a:gd name="connsiteX7-319" fmla="*/ 557111 w 560550"/>
              <a:gd name="connsiteY7-320" fmla="*/ 481348 h 493591"/>
              <a:gd name="connsiteX8-321" fmla="*/ 527738 w 560550"/>
              <a:gd name="connsiteY8-322" fmla="*/ 493568 h 493591"/>
              <a:gd name="connsiteX9-323" fmla="*/ 496688 w 560550"/>
              <a:gd name="connsiteY9-324" fmla="*/ 492722 h 493591"/>
              <a:gd name="connsiteX10-325" fmla="*/ 275338 w 560550"/>
              <a:gd name="connsiteY10-326" fmla="*/ 480778 h 493591"/>
              <a:gd name="connsiteX11-327" fmla="*/ 266629 w 560550"/>
              <a:gd name="connsiteY11-328" fmla="*/ 479903 h 493591"/>
              <a:gd name="connsiteX12-329" fmla="*/ 40497 w 560550"/>
              <a:gd name="connsiteY12-330" fmla="*/ 492105 h 493591"/>
              <a:gd name="connsiteX13-331" fmla="*/ 32832 w 560550"/>
              <a:gd name="connsiteY13-332" fmla="*/ 492314 h 493591"/>
              <a:gd name="connsiteX14-333" fmla="*/ 3210 w 560550"/>
              <a:gd name="connsiteY14-334" fmla="*/ 479408 h 493591"/>
              <a:gd name="connsiteX15-335" fmla="*/ 2740 w 560550"/>
              <a:gd name="connsiteY15-336" fmla="*/ 478849 h 493591"/>
              <a:gd name="connsiteX16-337" fmla="*/ 6844 w 560550"/>
              <a:gd name="connsiteY16-338" fmla="*/ 447301 h 493591"/>
              <a:gd name="connsiteX17-339" fmla="*/ 23102 w 560550"/>
              <a:gd name="connsiteY17-340" fmla="*/ 420834 h 493591"/>
              <a:gd name="connsiteX18-341" fmla="*/ 149231 w 560550"/>
              <a:gd name="connsiteY18-342" fmla="*/ 228009 h 493591"/>
              <a:gd name="connsiteX19-343" fmla="*/ 251731 w 560550"/>
              <a:gd name="connsiteY19-344" fmla="*/ 26070 h 493591"/>
              <a:gd name="connsiteX20-345" fmla="*/ 255383 w 560550"/>
              <a:gd name="connsiteY20-346" fmla="*/ 19328 h 493591"/>
              <a:gd name="connsiteX21-347" fmla="*/ 281371 w 560550"/>
              <a:gd name="connsiteY21-348" fmla="*/ 127 h 493591"/>
              <a:gd name="connsiteX22-349" fmla="*/ 282090 w 560550"/>
              <a:gd name="connsiteY22-350" fmla="*/ 0 h 493591"/>
              <a:gd name="connsiteX0-351" fmla="*/ 282090 w 560550"/>
              <a:gd name="connsiteY0-352" fmla="*/ 0 h 493591"/>
              <a:gd name="connsiteX1-353" fmla="*/ 307359 w 560550"/>
              <a:gd name="connsiteY1-354" fmla="*/ 19328 h 493591"/>
              <a:gd name="connsiteX2-355" fmla="*/ 322151 w 560550"/>
              <a:gd name="connsiteY2-356" fmla="*/ 46641 h 493591"/>
              <a:gd name="connsiteX3-357" fmla="*/ 426075 w 560550"/>
              <a:gd name="connsiteY3-358" fmla="*/ 252279 h 493591"/>
              <a:gd name="connsiteX4-359" fmla="*/ 549713 w 560550"/>
              <a:gd name="connsiteY4-360" fmla="*/ 442022 h 493591"/>
              <a:gd name="connsiteX5-361" fmla="*/ 553726 w 560550"/>
              <a:gd name="connsiteY5-362" fmla="*/ 448555 h 493591"/>
              <a:gd name="connsiteX6-363" fmla="*/ 557360 w 560550"/>
              <a:gd name="connsiteY6-364" fmla="*/ 480662 h 493591"/>
              <a:gd name="connsiteX7-365" fmla="*/ 557111 w 560550"/>
              <a:gd name="connsiteY7-366" fmla="*/ 481348 h 493591"/>
              <a:gd name="connsiteX8-367" fmla="*/ 527738 w 560550"/>
              <a:gd name="connsiteY8-368" fmla="*/ 493568 h 493591"/>
              <a:gd name="connsiteX9-369" fmla="*/ 496688 w 560550"/>
              <a:gd name="connsiteY9-370" fmla="*/ 492722 h 493591"/>
              <a:gd name="connsiteX10-371" fmla="*/ 266629 w 560550"/>
              <a:gd name="connsiteY10-372" fmla="*/ 479903 h 493591"/>
              <a:gd name="connsiteX11-373" fmla="*/ 40497 w 560550"/>
              <a:gd name="connsiteY11-374" fmla="*/ 492105 h 493591"/>
              <a:gd name="connsiteX12-375" fmla="*/ 32832 w 560550"/>
              <a:gd name="connsiteY12-376" fmla="*/ 492314 h 493591"/>
              <a:gd name="connsiteX13-377" fmla="*/ 3210 w 560550"/>
              <a:gd name="connsiteY13-378" fmla="*/ 479408 h 493591"/>
              <a:gd name="connsiteX14-379" fmla="*/ 2740 w 560550"/>
              <a:gd name="connsiteY14-380" fmla="*/ 478849 h 493591"/>
              <a:gd name="connsiteX15-381" fmla="*/ 6844 w 560550"/>
              <a:gd name="connsiteY15-382" fmla="*/ 447301 h 493591"/>
              <a:gd name="connsiteX16-383" fmla="*/ 23102 w 560550"/>
              <a:gd name="connsiteY16-384" fmla="*/ 420834 h 493591"/>
              <a:gd name="connsiteX17-385" fmla="*/ 149231 w 560550"/>
              <a:gd name="connsiteY17-386" fmla="*/ 228009 h 493591"/>
              <a:gd name="connsiteX18-387" fmla="*/ 251731 w 560550"/>
              <a:gd name="connsiteY18-388" fmla="*/ 26070 h 493591"/>
              <a:gd name="connsiteX19-389" fmla="*/ 255383 w 560550"/>
              <a:gd name="connsiteY19-390" fmla="*/ 19328 h 493591"/>
              <a:gd name="connsiteX20-391" fmla="*/ 281371 w 560550"/>
              <a:gd name="connsiteY20-392" fmla="*/ 127 h 493591"/>
              <a:gd name="connsiteX21-393" fmla="*/ 282090 w 560550"/>
              <a:gd name="connsiteY21-394" fmla="*/ 0 h 493591"/>
              <a:gd name="connsiteX0-395" fmla="*/ 282090 w 560550"/>
              <a:gd name="connsiteY0-396" fmla="*/ 0 h 493591"/>
              <a:gd name="connsiteX1-397" fmla="*/ 307359 w 560550"/>
              <a:gd name="connsiteY1-398" fmla="*/ 19328 h 493591"/>
              <a:gd name="connsiteX2-399" fmla="*/ 322151 w 560550"/>
              <a:gd name="connsiteY2-400" fmla="*/ 46641 h 493591"/>
              <a:gd name="connsiteX3-401" fmla="*/ 426075 w 560550"/>
              <a:gd name="connsiteY3-402" fmla="*/ 252279 h 493591"/>
              <a:gd name="connsiteX4-403" fmla="*/ 549713 w 560550"/>
              <a:gd name="connsiteY4-404" fmla="*/ 442022 h 493591"/>
              <a:gd name="connsiteX5-405" fmla="*/ 553726 w 560550"/>
              <a:gd name="connsiteY5-406" fmla="*/ 448555 h 493591"/>
              <a:gd name="connsiteX6-407" fmla="*/ 557360 w 560550"/>
              <a:gd name="connsiteY6-408" fmla="*/ 480662 h 493591"/>
              <a:gd name="connsiteX7-409" fmla="*/ 557111 w 560550"/>
              <a:gd name="connsiteY7-410" fmla="*/ 481348 h 493591"/>
              <a:gd name="connsiteX8-411" fmla="*/ 527738 w 560550"/>
              <a:gd name="connsiteY8-412" fmla="*/ 493568 h 493591"/>
              <a:gd name="connsiteX9-413" fmla="*/ 496688 w 560550"/>
              <a:gd name="connsiteY9-414" fmla="*/ 492722 h 493591"/>
              <a:gd name="connsiteX10-415" fmla="*/ 266629 w 560550"/>
              <a:gd name="connsiteY10-416" fmla="*/ 479903 h 493591"/>
              <a:gd name="connsiteX11-417" fmla="*/ 40497 w 560550"/>
              <a:gd name="connsiteY11-418" fmla="*/ 492105 h 493591"/>
              <a:gd name="connsiteX12-419" fmla="*/ 32832 w 560550"/>
              <a:gd name="connsiteY12-420" fmla="*/ 492314 h 493591"/>
              <a:gd name="connsiteX13-421" fmla="*/ 3210 w 560550"/>
              <a:gd name="connsiteY13-422" fmla="*/ 479408 h 493591"/>
              <a:gd name="connsiteX14-423" fmla="*/ 2740 w 560550"/>
              <a:gd name="connsiteY14-424" fmla="*/ 478849 h 493591"/>
              <a:gd name="connsiteX15-425" fmla="*/ 6844 w 560550"/>
              <a:gd name="connsiteY15-426" fmla="*/ 447301 h 493591"/>
              <a:gd name="connsiteX16-427" fmla="*/ 23102 w 560550"/>
              <a:gd name="connsiteY16-428" fmla="*/ 420834 h 493591"/>
              <a:gd name="connsiteX17-429" fmla="*/ 149231 w 560550"/>
              <a:gd name="connsiteY17-430" fmla="*/ 228009 h 493591"/>
              <a:gd name="connsiteX18-431" fmla="*/ 251731 w 560550"/>
              <a:gd name="connsiteY18-432" fmla="*/ 26070 h 493591"/>
              <a:gd name="connsiteX19-433" fmla="*/ 255383 w 560550"/>
              <a:gd name="connsiteY19-434" fmla="*/ 19328 h 493591"/>
              <a:gd name="connsiteX20-435" fmla="*/ 281371 w 560550"/>
              <a:gd name="connsiteY20-436" fmla="*/ 127 h 493591"/>
              <a:gd name="connsiteX21-437" fmla="*/ 282090 w 560550"/>
              <a:gd name="connsiteY21-438" fmla="*/ 0 h 49359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33" y="connsiteY16-34"/>
              </a:cxn>
              <a:cxn ang="0">
                <a:pos x="connsiteX17-35" y="connsiteY17-36"/>
              </a:cxn>
              <a:cxn ang="0">
                <a:pos x="connsiteX18-37" y="connsiteY18-38"/>
              </a:cxn>
              <a:cxn ang="0">
                <a:pos x="connsiteX19-39" y="connsiteY19-40"/>
              </a:cxn>
              <a:cxn ang="0">
                <a:pos x="connsiteX20-41" y="connsiteY20-42"/>
              </a:cxn>
              <a:cxn ang="0">
                <a:pos x="connsiteX21-43" y="connsiteY21-44"/>
              </a:cxn>
            </a:cxnLst>
            <a:rect l="l" t="t" r="r" b="b"/>
            <a:pathLst>
              <a:path w="560550" h="493591">
                <a:moveTo>
                  <a:pt x="282090" y="0"/>
                </a:moveTo>
                <a:cubicBezTo>
                  <a:pt x="291235" y="0"/>
                  <a:pt x="300381" y="6443"/>
                  <a:pt x="307359" y="19328"/>
                </a:cubicBezTo>
                <a:lnTo>
                  <a:pt x="322151" y="46641"/>
                </a:lnTo>
                <a:cubicBezTo>
                  <a:pt x="341937" y="85466"/>
                  <a:pt x="388148" y="186382"/>
                  <a:pt x="426075" y="252279"/>
                </a:cubicBezTo>
                <a:cubicBezTo>
                  <a:pt x="464002" y="318176"/>
                  <a:pt x="528438" y="409309"/>
                  <a:pt x="549713" y="442022"/>
                </a:cubicBezTo>
                <a:lnTo>
                  <a:pt x="553726" y="448555"/>
                </a:lnTo>
                <a:cubicBezTo>
                  <a:pt x="561598" y="461368"/>
                  <a:pt x="562451" y="472766"/>
                  <a:pt x="557360" y="480662"/>
                </a:cubicBezTo>
                <a:cubicBezTo>
                  <a:pt x="557347" y="480929"/>
                  <a:pt x="557231" y="481140"/>
                  <a:pt x="557111" y="481348"/>
                </a:cubicBezTo>
                <a:cubicBezTo>
                  <a:pt x="552538" y="489268"/>
                  <a:pt x="542386" y="493968"/>
                  <a:pt x="527738" y="493568"/>
                </a:cubicBezTo>
                <a:lnTo>
                  <a:pt x="496688" y="492722"/>
                </a:lnTo>
                <a:cubicBezTo>
                  <a:pt x="453170" y="490445"/>
                  <a:pt x="342661" y="480006"/>
                  <a:pt x="266629" y="479903"/>
                </a:cubicBezTo>
                <a:cubicBezTo>
                  <a:pt x="190597" y="479800"/>
                  <a:pt x="79463" y="490037"/>
                  <a:pt x="40497" y="492105"/>
                </a:cubicBezTo>
                <a:lnTo>
                  <a:pt x="32832" y="492314"/>
                </a:lnTo>
                <a:cubicBezTo>
                  <a:pt x="17800" y="492724"/>
                  <a:pt x="7502" y="487764"/>
                  <a:pt x="3210" y="479408"/>
                </a:cubicBezTo>
                <a:cubicBezTo>
                  <a:pt x="2985" y="479262"/>
                  <a:pt x="2860" y="479056"/>
                  <a:pt x="2740" y="478849"/>
                </a:cubicBezTo>
                <a:cubicBezTo>
                  <a:pt x="-1833" y="470928"/>
                  <a:pt x="-826" y="459787"/>
                  <a:pt x="6844" y="447301"/>
                </a:cubicBezTo>
                <a:lnTo>
                  <a:pt x="23102" y="420834"/>
                </a:lnTo>
                <a:cubicBezTo>
                  <a:pt x="46833" y="384285"/>
                  <a:pt x="111126" y="293803"/>
                  <a:pt x="149231" y="228009"/>
                </a:cubicBezTo>
                <a:cubicBezTo>
                  <a:pt x="187336" y="162215"/>
                  <a:pt x="234039" y="60850"/>
                  <a:pt x="251731" y="26070"/>
                </a:cubicBezTo>
                <a:lnTo>
                  <a:pt x="255383" y="19328"/>
                </a:lnTo>
                <a:cubicBezTo>
                  <a:pt x="262543" y="6104"/>
                  <a:pt x="271988" y="-334"/>
                  <a:pt x="281371" y="127"/>
                </a:cubicBezTo>
                <a:cubicBezTo>
                  <a:pt x="281609" y="5"/>
                  <a:pt x="281850" y="0"/>
                  <a:pt x="28209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zh-CN" altLang="en-US">
              <a:solidFill>
                <a:srgbClr val="FFFFFF"/>
              </a:solidFill>
              <a:latin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16" name="KSO_Shape"/>
          <p:cNvSpPr/>
          <p:nvPr>
            <p:custDataLst>
              <p:tags r:id="rId14"/>
            </p:custDataLst>
          </p:nvPr>
        </p:nvSpPr>
        <p:spPr>
          <a:xfrm rot="1336532" flipH="1" flipV="1">
            <a:off x="2243138" y="4365625"/>
            <a:ext cx="193675" cy="169863"/>
          </a:xfrm>
          <a:custGeom>
            <a:avLst/>
            <a:gdLst>
              <a:gd name="connsiteX0" fmla="*/ 282090 w 560550"/>
              <a:gd name="connsiteY0" fmla="*/ 0 h 493591"/>
              <a:gd name="connsiteX1" fmla="*/ 307359 w 560550"/>
              <a:gd name="connsiteY1" fmla="*/ 19328 h 493591"/>
              <a:gd name="connsiteX2" fmla="*/ 322151 w 560550"/>
              <a:gd name="connsiteY2" fmla="*/ 46641 h 493591"/>
              <a:gd name="connsiteX3" fmla="*/ 422483 w 560550"/>
              <a:gd name="connsiteY3" fmla="*/ 244308 h 493591"/>
              <a:gd name="connsiteX4" fmla="*/ 421839 w 560550"/>
              <a:gd name="connsiteY4" fmla="*/ 243943 h 493591"/>
              <a:gd name="connsiteX5" fmla="*/ 426075 w 560550"/>
              <a:gd name="connsiteY5" fmla="*/ 252279 h 493591"/>
              <a:gd name="connsiteX6" fmla="*/ 549713 w 560550"/>
              <a:gd name="connsiteY6" fmla="*/ 442022 h 493591"/>
              <a:gd name="connsiteX7" fmla="*/ 553726 w 560550"/>
              <a:gd name="connsiteY7" fmla="*/ 448555 h 493591"/>
              <a:gd name="connsiteX8" fmla="*/ 557360 w 560550"/>
              <a:gd name="connsiteY8" fmla="*/ 480662 h 493591"/>
              <a:gd name="connsiteX9" fmla="*/ 557111 w 560550"/>
              <a:gd name="connsiteY9" fmla="*/ 481348 h 493591"/>
              <a:gd name="connsiteX10" fmla="*/ 527738 w 560550"/>
              <a:gd name="connsiteY10" fmla="*/ 493568 h 493591"/>
              <a:gd name="connsiteX11" fmla="*/ 496688 w 560550"/>
              <a:gd name="connsiteY11" fmla="*/ 492722 h 493591"/>
              <a:gd name="connsiteX12" fmla="*/ 275338 w 560550"/>
              <a:gd name="connsiteY12" fmla="*/ 480778 h 493591"/>
              <a:gd name="connsiteX13" fmla="*/ 275975 w 560550"/>
              <a:gd name="connsiteY13" fmla="*/ 480403 h 493591"/>
              <a:gd name="connsiteX14" fmla="*/ 266629 w 560550"/>
              <a:gd name="connsiteY14" fmla="*/ 479903 h 493591"/>
              <a:gd name="connsiteX15" fmla="*/ 40497 w 560550"/>
              <a:gd name="connsiteY15" fmla="*/ 492105 h 493591"/>
              <a:gd name="connsiteX16" fmla="*/ 32832 w 560550"/>
              <a:gd name="connsiteY16" fmla="*/ 492314 h 493591"/>
              <a:gd name="connsiteX17" fmla="*/ 3210 w 560550"/>
              <a:gd name="connsiteY17" fmla="*/ 479408 h 493591"/>
              <a:gd name="connsiteX18" fmla="*/ 2740 w 560550"/>
              <a:gd name="connsiteY18" fmla="*/ 478849 h 493591"/>
              <a:gd name="connsiteX19" fmla="*/ 6844 w 560550"/>
              <a:gd name="connsiteY19" fmla="*/ 447301 h 493591"/>
              <a:gd name="connsiteX20" fmla="*/ 23102 w 560550"/>
              <a:gd name="connsiteY20" fmla="*/ 420834 h 493591"/>
              <a:gd name="connsiteX21" fmla="*/ 144121 w 560550"/>
              <a:gd name="connsiteY21" fmla="*/ 235111 h 493591"/>
              <a:gd name="connsiteX22" fmla="*/ 144127 w 560550"/>
              <a:gd name="connsiteY22" fmla="*/ 235851 h 493591"/>
              <a:gd name="connsiteX23" fmla="*/ 149231 w 560550"/>
              <a:gd name="connsiteY23" fmla="*/ 228009 h 493591"/>
              <a:gd name="connsiteX24" fmla="*/ 251731 w 560550"/>
              <a:gd name="connsiteY24" fmla="*/ 26070 h 493591"/>
              <a:gd name="connsiteX25" fmla="*/ 255383 w 560550"/>
              <a:gd name="connsiteY25" fmla="*/ 19328 h 493591"/>
              <a:gd name="connsiteX26" fmla="*/ 281371 w 560550"/>
              <a:gd name="connsiteY26" fmla="*/ 127 h 493591"/>
              <a:gd name="connsiteX27" fmla="*/ 282090 w 560550"/>
              <a:gd name="connsiteY27" fmla="*/ 0 h 493591"/>
              <a:gd name="connsiteX0-1" fmla="*/ 282090 w 560550"/>
              <a:gd name="connsiteY0-2" fmla="*/ 0 h 493591"/>
              <a:gd name="connsiteX1-3" fmla="*/ 307359 w 560550"/>
              <a:gd name="connsiteY1-4" fmla="*/ 19328 h 493591"/>
              <a:gd name="connsiteX2-5" fmla="*/ 322151 w 560550"/>
              <a:gd name="connsiteY2-6" fmla="*/ 46641 h 493591"/>
              <a:gd name="connsiteX3-7" fmla="*/ 422483 w 560550"/>
              <a:gd name="connsiteY3-8" fmla="*/ 244308 h 493591"/>
              <a:gd name="connsiteX4-9" fmla="*/ 426075 w 560550"/>
              <a:gd name="connsiteY4-10" fmla="*/ 252279 h 493591"/>
              <a:gd name="connsiteX5-11" fmla="*/ 549713 w 560550"/>
              <a:gd name="connsiteY5-12" fmla="*/ 442022 h 493591"/>
              <a:gd name="connsiteX6-13" fmla="*/ 553726 w 560550"/>
              <a:gd name="connsiteY6-14" fmla="*/ 448555 h 493591"/>
              <a:gd name="connsiteX7-15" fmla="*/ 557360 w 560550"/>
              <a:gd name="connsiteY7-16" fmla="*/ 480662 h 493591"/>
              <a:gd name="connsiteX8-17" fmla="*/ 557111 w 560550"/>
              <a:gd name="connsiteY8-18" fmla="*/ 481348 h 493591"/>
              <a:gd name="connsiteX9-19" fmla="*/ 527738 w 560550"/>
              <a:gd name="connsiteY9-20" fmla="*/ 493568 h 493591"/>
              <a:gd name="connsiteX10-21" fmla="*/ 496688 w 560550"/>
              <a:gd name="connsiteY10-22" fmla="*/ 492722 h 493591"/>
              <a:gd name="connsiteX11-23" fmla="*/ 275338 w 560550"/>
              <a:gd name="connsiteY11-24" fmla="*/ 480778 h 493591"/>
              <a:gd name="connsiteX12-25" fmla="*/ 275975 w 560550"/>
              <a:gd name="connsiteY12-26" fmla="*/ 480403 h 493591"/>
              <a:gd name="connsiteX13-27" fmla="*/ 266629 w 560550"/>
              <a:gd name="connsiteY13-28" fmla="*/ 479903 h 493591"/>
              <a:gd name="connsiteX14-29" fmla="*/ 40497 w 560550"/>
              <a:gd name="connsiteY14-30" fmla="*/ 492105 h 493591"/>
              <a:gd name="connsiteX15-31" fmla="*/ 32832 w 560550"/>
              <a:gd name="connsiteY15-32" fmla="*/ 492314 h 493591"/>
              <a:gd name="connsiteX16-33" fmla="*/ 3210 w 560550"/>
              <a:gd name="connsiteY16-34" fmla="*/ 479408 h 493591"/>
              <a:gd name="connsiteX17-35" fmla="*/ 2740 w 560550"/>
              <a:gd name="connsiteY17-36" fmla="*/ 478849 h 493591"/>
              <a:gd name="connsiteX18-37" fmla="*/ 6844 w 560550"/>
              <a:gd name="connsiteY18-38" fmla="*/ 447301 h 493591"/>
              <a:gd name="connsiteX19-39" fmla="*/ 23102 w 560550"/>
              <a:gd name="connsiteY19-40" fmla="*/ 420834 h 493591"/>
              <a:gd name="connsiteX20-41" fmla="*/ 144121 w 560550"/>
              <a:gd name="connsiteY20-42" fmla="*/ 235111 h 493591"/>
              <a:gd name="connsiteX21-43" fmla="*/ 144127 w 560550"/>
              <a:gd name="connsiteY21-44" fmla="*/ 235851 h 493591"/>
              <a:gd name="connsiteX22-45" fmla="*/ 149231 w 560550"/>
              <a:gd name="connsiteY22-46" fmla="*/ 228009 h 493591"/>
              <a:gd name="connsiteX23-47" fmla="*/ 251731 w 560550"/>
              <a:gd name="connsiteY23-48" fmla="*/ 26070 h 493591"/>
              <a:gd name="connsiteX24-49" fmla="*/ 255383 w 560550"/>
              <a:gd name="connsiteY24-50" fmla="*/ 19328 h 493591"/>
              <a:gd name="connsiteX25-51" fmla="*/ 281371 w 560550"/>
              <a:gd name="connsiteY25-52" fmla="*/ 127 h 493591"/>
              <a:gd name="connsiteX26-53" fmla="*/ 282090 w 560550"/>
              <a:gd name="connsiteY26-54" fmla="*/ 0 h 493591"/>
              <a:gd name="connsiteX0-55" fmla="*/ 282090 w 560550"/>
              <a:gd name="connsiteY0-56" fmla="*/ 0 h 493591"/>
              <a:gd name="connsiteX1-57" fmla="*/ 307359 w 560550"/>
              <a:gd name="connsiteY1-58" fmla="*/ 19328 h 493591"/>
              <a:gd name="connsiteX2-59" fmla="*/ 322151 w 560550"/>
              <a:gd name="connsiteY2-60" fmla="*/ 46641 h 493591"/>
              <a:gd name="connsiteX3-61" fmla="*/ 426075 w 560550"/>
              <a:gd name="connsiteY3-62" fmla="*/ 252279 h 493591"/>
              <a:gd name="connsiteX4-63" fmla="*/ 549713 w 560550"/>
              <a:gd name="connsiteY4-64" fmla="*/ 442022 h 493591"/>
              <a:gd name="connsiteX5-65" fmla="*/ 553726 w 560550"/>
              <a:gd name="connsiteY5-66" fmla="*/ 448555 h 493591"/>
              <a:gd name="connsiteX6-67" fmla="*/ 557360 w 560550"/>
              <a:gd name="connsiteY6-68" fmla="*/ 480662 h 493591"/>
              <a:gd name="connsiteX7-69" fmla="*/ 557111 w 560550"/>
              <a:gd name="connsiteY7-70" fmla="*/ 481348 h 493591"/>
              <a:gd name="connsiteX8-71" fmla="*/ 527738 w 560550"/>
              <a:gd name="connsiteY8-72" fmla="*/ 493568 h 493591"/>
              <a:gd name="connsiteX9-73" fmla="*/ 496688 w 560550"/>
              <a:gd name="connsiteY9-74" fmla="*/ 492722 h 493591"/>
              <a:gd name="connsiteX10-75" fmla="*/ 275338 w 560550"/>
              <a:gd name="connsiteY10-76" fmla="*/ 480778 h 493591"/>
              <a:gd name="connsiteX11-77" fmla="*/ 275975 w 560550"/>
              <a:gd name="connsiteY11-78" fmla="*/ 480403 h 493591"/>
              <a:gd name="connsiteX12-79" fmla="*/ 266629 w 560550"/>
              <a:gd name="connsiteY12-80" fmla="*/ 479903 h 493591"/>
              <a:gd name="connsiteX13-81" fmla="*/ 40497 w 560550"/>
              <a:gd name="connsiteY13-82" fmla="*/ 492105 h 493591"/>
              <a:gd name="connsiteX14-83" fmla="*/ 32832 w 560550"/>
              <a:gd name="connsiteY14-84" fmla="*/ 492314 h 493591"/>
              <a:gd name="connsiteX15-85" fmla="*/ 3210 w 560550"/>
              <a:gd name="connsiteY15-86" fmla="*/ 479408 h 493591"/>
              <a:gd name="connsiteX16-87" fmla="*/ 2740 w 560550"/>
              <a:gd name="connsiteY16-88" fmla="*/ 478849 h 493591"/>
              <a:gd name="connsiteX17-89" fmla="*/ 6844 w 560550"/>
              <a:gd name="connsiteY17-90" fmla="*/ 447301 h 493591"/>
              <a:gd name="connsiteX18-91" fmla="*/ 23102 w 560550"/>
              <a:gd name="connsiteY18-92" fmla="*/ 420834 h 493591"/>
              <a:gd name="connsiteX19-93" fmla="*/ 144121 w 560550"/>
              <a:gd name="connsiteY19-94" fmla="*/ 235111 h 493591"/>
              <a:gd name="connsiteX20-95" fmla="*/ 144127 w 560550"/>
              <a:gd name="connsiteY20-96" fmla="*/ 235851 h 493591"/>
              <a:gd name="connsiteX21-97" fmla="*/ 149231 w 560550"/>
              <a:gd name="connsiteY21-98" fmla="*/ 228009 h 493591"/>
              <a:gd name="connsiteX22-99" fmla="*/ 251731 w 560550"/>
              <a:gd name="connsiteY22-100" fmla="*/ 26070 h 493591"/>
              <a:gd name="connsiteX23-101" fmla="*/ 255383 w 560550"/>
              <a:gd name="connsiteY23-102" fmla="*/ 19328 h 493591"/>
              <a:gd name="connsiteX24-103" fmla="*/ 281371 w 560550"/>
              <a:gd name="connsiteY24-104" fmla="*/ 127 h 493591"/>
              <a:gd name="connsiteX25-105" fmla="*/ 282090 w 560550"/>
              <a:gd name="connsiteY25-106" fmla="*/ 0 h 493591"/>
              <a:gd name="connsiteX0-107" fmla="*/ 282090 w 560550"/>
              <a:gd name="connsiteY0-108" fmla="*/ 0 h 493591"/>
              <a:gd name="connsiteX1-109" fmla="*/ 307359 w 560550"/>
              <a:gd name="connsiteY1-110" fmla="*/ 19328 h 493591"/>
              <a:gd name="connsiteX2-111" fmla="*/ 322151 w 560550"/>
              <a:gd name="connsiteY2-112" fmla="*/ 46641 h 493591"/>
              <a:gd name="connsiteX3-113" fmla="*/ 426075 w 560550"/>
              <a:gd name="connsiteY3-114" fmla="*/ 252279 h 493591"/>
              <a:gd name="connsiteX4-115" fmla="*/ 549713 w 560550"/>
              <a:gd name="connsiteY4-116" fmla="*/ 442022 h 493591"/>
              <a:gd name="connsiteX5-117" fmla="*/ 553726 w 560550"/>
              <a:gd name="connsiteY5-118" fmla="*/ 448555 h 493591"/>
              <a:gd name="connsiteX6-119" fmla="*/ 557360 w 560550"/>
              <a:gd name="connsiteY6-120" fmla="*/ 480662 h 493591"/>
              <a:gd name="connsiteX7-121" fmla="*/ 557111 w 560550"/>
              <a:gd name="connsiteY7-122" fmla="*/ 481348 h 493591"/>
              <a:gd name="connsiteX8-123" fmla="*/ 527738 w 560550"/>
              <a:gd name="connsiteY8-124" fmla="*/ 493568 h 493591"/>
              <a:gd name="connsiteX9-125" fmla="*/ 496688 w 560550"/>
              <a:gd name="connsiteY9-126" fmla="*/ 492722 h 493591"/>
              <a:gd name="connsiteX10-127" fmla="*/ 275338 w 560550"/>
              <a:gd name="connsiteY10-128" fmla="*/ 480778 h 493591"/>
              <a:gd name="connsiteX11-129" fmla="*/ 275975 w 560550"/>
              <a:gd name="connsiteY11-130" fmla="*/ 480403 h 493591"/>
              <a:gd name="connsiteX12-131" fmla="*/ 266629 w 560550"/>
              <a:gd name="connsiteY12-132" fmla="*/ 479903 h 493591"/>
              <a:gd name="connsiteX13-133" fmla="*/ 40497 w 560550"/>
              <a:gd name="connsiteY13-134" fmla="*/ 492105 h 493591"/>
              <a:gd name="connsiteX14-135" fmla="*/ 32832 w 560550"/>
              <a:gd name="connsiteY14-136" fmla="*/ 492314 h 493591"/>
              <a:gd name="connsiteX15-137" fmla="*/ 3210 w 560550"/>
              <a:gd name="connsiteY15-138" fmla="*/ 479408 h 493591"/>
              <a:gd name="connsiteX16-139" fmla="*/ 2740 w 560550"/>
              <a:gd name="connsiteY16-140" fmla="*/ 478849 h 493591"/>
              <a:gd name="connsiteX17-141" fmla="*/ 6844 w 560550"/>
              <a:gd name="connsiteY17-142" fmla="*/ 447301 h 493591"/>
              <a:gd name="connsiteX18-143" fmla="*/ 23102 w 560550"/>
              <a:gd name="connsiteY18-144" fmla="*/ 420834 h 493591"/>
              <a:gd name="connsiteX19-145" fmla="*/ 144121 w 560550"/>
              <a:gd name="connsiteY19-146" fmla="*/ 235111 h 493591"/>
              <a:gd name="connsiteX20-147" fmla="*/ 144127 w 560550"/>
              <a:gd name="connsiteY20-148" fmla="*/ 235851 h 493591"/>
              <a:gd name="connsiteX21-149" fmla="*/ 149231 w 560550"/>
              <a:gd name="connsiteY21-150" fmla="*/ 228009 h 493591"/>
              <a:gd name="connsiteX22-151" fmla="*/ 251731 w 560550"/>
              <a:gd name="connsiteY22-152" fmla="*/ 26070 h 493591"/>
              <a:gd name="connsiteX23-153" fmla="*/ 255383 w 560550"/>
              <a:gd name="connsiteY23-154" fmla="*/ 19328 h 493591"/>
              <a:gd name="connsiteX24-155" fmla="*/ 281371 w 560550"/>
              <a:gd name="connsiteY24-156" fmla="*/ 127 h 493591"/>
              <a:gd name="connsiteX25-157" fmla="*/ 282090 w 560550"/>
              <a:gd name="connsiteY25-158" fmla="*/ 0 h 493591"/>
              <a:gd name="connsiteX0-159" fmla="*/ 282090 w 560550"/>
              <a:gd name="connsiteY0-160" fmla="*/ 0 h 493591"/>
              <a:gd name="connsiteX1-161" fmla="*/ 307359 w 560550"/>
              <a:gd name="connsiteY1-162" fmla="*/ 19328 h 493591"/>
              <a:gd name="connsiteX2-163" fmla="*/ 322151 w 560550"/>
              <a:gd name="connsiteY2-164" fmla="*/ 46641 h 493591"/>
              <a:gd name="connsiteX3-165" fmla="*/ 426075 w 560550"/>
              <a:gd name="connsiteY3-166" fmla="*/ 252279 h 493591"/>
              <a:gd name="connsiteX4-167" fmla="*/ 549713 w 560550"/>
              <a:gd name="connsiteY4-168" fmla="*/ 442022 h 493591"/>
              <a:gd name="connsiteX5-169" fmla="*/ 553726 w 560550"/>
              <a:gd name="connsiteY5-170" fmla="*/ 448555 h 493591"/>
              <a:gd name="connsiteX6-171" fmla="*/ 557360 w 560550"/>
              <a:gd name="connsiteY6-172" fmla="*/ 480662 h 493591"/>
              <a:gd name="connsiteX7-173" fmla="*/ 557111 w 560550"/>
              <a:gd name="connsiteY7-174" fmla="*/ 481348 h 493591"/>
              <a:gd name="connsiteX8-175" fmla="*/ 527738 w 560550"/>
              <a:gd name="connsiteY8-176" fmla="*/ 493568 h 493591"/>
              <a:gd name="connsiteX9-177" fmla="*/ 496688 w 560550"/>
              <a:gd name="connsiteY9-178" fmla="*/ 492722 h 493591"/>
              <a:gd name="connsiteX10-179" fmla="*/ 275338 w 560550"/>
              <a:gd name="connsiteY10-180" fmla="*/ 480778 h 493591"/>
              <a:gd name="connsiteX11-181" fmla="*/ 275975 w 560550"/>
              <a:gd name="connsiteY11-182" fmla="*/ 480403 h 493591"/>
              <a:gd name="connsiteX12-183" fmla="*/ 266629 w 560550"/>
              <a:gd name="connsiteY12-184" fmla="*/ 479903 h 493591"/>
              <a:gd name="connsiteX13-185" fmla="*/ 40497 w 560550"/>
              <a:gd name="connsiteY13-186" fmla="*/ 492105 h 493591"/>
              <a:gd name="connsiteX14-187" fmla="*/ 32832 w 560550"/>
              <a:gd name="connsiteY14-188" fmla="*/ 492314 h 493591"/>
              <a:gd name="connsiteX15-189" fmla="*/ 3210 w 560550"/>
              <a:gd name="connsiteY15-190" fmla="*/ 479408 h 493591"/>
              <a:gd name="connsiteX16-191" fmla="*/ 2740 w 560550"/>
              <a:gd name="connsiteY16-192" fmla="*/ 478849 h 493591"/>
              <a:gd name="connsiteX17-193" fmla="*/ 6844 w 560550"/>
              <a:gd name="connsiteY17-194" fmla="*/ 447301 h 493591"/>
              <a:gd name="connsiteX18-195" fmla="*/ 23102 w 560550"/>
              <a:gd name="connsiteY18-196" fmla="*/ 420834 h 493591"/>
              <a:gd name="connsiteX19-197" fmla="*/ 144121 w 560550"/>
              <a:gd name="connsiteY19-198" fmla="*/ 235111 h 493591"/>
              <a:gd name="connsiteX20-199" fmla="*/ 149231 w 560550"/>
              <a:gd name="connsiteY20-200" fmla="*/ 228009 h 493591"/>
              <a:gd name="connsiteX21-201" fmla="*/ 251731 w 560550"/>
              <a:gd name="connsiteY21-202" fmla="*/ 26070 h 493591"/>
              <a:gd name="connsiteX22-203" fmla="*/ 255383 w 560550"/>
              <a:gd name="connsiteY22-204" fmla="*/ 19328 h 493591"/>
              <a:gd name="connsiteX23-205" fmla="*/ 281371 w 560550"/>
              <a:gd name="connsiteY23-206" fmla="*/ 127 h 493591"/>
              <a:gd name="connsiteX24-207" fmla="*/ 282090 w 560550"/>
              <a:gd name="connsiteY24-208" fmla="*/ 0 h 493591"/>
              <a:gd name="connsiteX0-209" fmla="*/ 282090 w 560550"/>
              <a:gd name="connsiteY0-210" fmla="*/ 0 h 493591"/>
              <a:gd name="connsiteX1-211" fmla="*/ 307359 w 560550"/>
              <a:gd name="connsiteY1-212" fmla="*/ 19328 h 493591"/>
              <a:gd name="connsiteX2-213" fmla="*/ 322151 w 560550"/>
              <a:gd name="connsiteY2-214" fmla="*/ 46641 h 493591"/>
              <a:gd name="connsiteX3-215" fmla="*/ 426075 w 560550"/>
              <a:gd name="connsiteY3-216" fmla="*/ 252279 h 493591"/>
              <a:gd name="connsiteX4-217" fmla="*/ 549713 w 560550"/>
              <a:gd name="connsiteY4-218" fmla="*/ 442022 h 493591"/>
              <a:gd name="connsiteX5-219" fmla="*/ 553726 w 560550"/>
              <a:gd name="connsiteY5-220" fmla="*/ 448555 h 493591"/>
              <a:gd name="connsiteX6-221" fmla="*/ 557360 w 560550"/>
              <a:gd name="connsiteY6-222" fmla="*/ 480662 h 493591"/>
              <a:gd name="connsiteX7-223" fmla="*/ 557111 w 560550"/>
              <a:gd name="connsiteY7-224" fmla="*/ 481348 h 493591"/>
              <a:gd name="connsiteX8-225" fmla="*/ 527738 w 560550"/>
              <a:gd name="connsiteY8-226" fmla="*/ 493568 h 493591"/>
              <a:gd name="connsiteX9-227" fmla="*/ 496688 w 560550"/>
              <a:gd name="connsiteY9-228" fmla="*/ 492722 h 493591"/>
              <a:gd name="connsiteX10-229" fmla="*/ 275338 w 560550"/>
              <a:gd name="connsiteY10-230" fmla="*/ 480778 h 493591"/>
              <a:gd name="connsiteX11-231" fmla="*/ 275975 w 560550"/>
              <a:gd name="connsiteY11-232" fmla="*/ 480403 h 493591"/>
              <a:gd name="connsiteX12-233" fmla="*/ 266629 w 560550"/>
              <a:gd name="connsiteY12-234" fmla="*/ 479903 h 493591"/>
              <a:gd name="connsiteX13-235" fmla="*/ 40497 w 560550"/>
              <a:gd name="connsiteY13-236" fmla="*/ 492105 h 493591"/>
              <a:gd name="connsiteX14-237" fmla="*/ 32832 w 560550"/>
              <a:gd name="connsiteY14-238" fmla="*/ 492314 h 493591"/>
              <a:gd name="connsiteX15-239" fmla="*/ 3210 w 560550"/>
              <a:gd name="connsiteY15-240" fmla="*/ 479408 h 493591"/>
              <a:gd name="connsiteX16-241" fmla="*/ 2740 w 560550"/>
              <a:gd name="connsiteY16-242" fmla="*/ 478849 h 493591"/>
              <a:gd name="connsiteX17-243" fmla="*/ 6844 w 560550"/>
              <a:gd name="connsiteY17-244" fmla="*/ 447301 h 493591"/>
              <a:gd name="connsiteX18-245" fmla="*/ 23102 w 560550"/>
              <a:gd name="connsiteY18-246" fmla="*/ 420834 h 493591"/>
              <a:gd name="connsiteX19-247" fmla="*/ 149231 w 560550"/>
              <a:gd name="connsiteY19-248" fmla="*/ 228009 h 493591"/>
              <a:gd name="connsiteX20-249" fmla="*/ 251731 w 560550"/>
              <a:gd name="connsiteY20-250" fmla="*/ 26070 h 493591"/>
              <a:gd name="connsiteX21-251" fmla="*/ 255383 w 560550"/>
              <a:gd name="connsiteY21-252" fmla="*/ 19328 h 493591"/>
              <a:gd name="connsiteX22-253" fmla="*/ 281371 w 560550"/>
              <a:gd name="connsiteY22-254" fmla="*/ 127 h 493591"/>
              <a:gd name="connsiteX23-255" fmla="*/ 282090 w 560550"/>
              <a:gd name="connsiteY23-256" fmla="*/ 0 h 493591"/>
              <a:gd name="connsiteX0-257" fmla="*/ 282090 w 560550"/>
              <a:gd name="connsiteY0-258" fmla="*/ 0 h 493591"/>
              <a:gd name="connsiteX1-259" fmla="*/ 307359 w 560550"/>
              <a:gd name="connsiteY1-260" fmla="*/ 19328 h 493591"/>
              <a:gd name="connsiteX2-261" fmla="*/ 322151 w 560550"/>
              <a:gd name="connsiteY2-262" fmla="*/ 46641 h 493591"/>
              <a:gd name="connsiteX3-263" fmla="*/ 426075 w 560550"/>
              <a:gd name="connsiteY3-264" fmla="*/ 252279 h 493591"/>
              <a:gd name="connsiteX4-265" fmla="*/ 549713 w 560550"/>
              <a:gd name="connsiteY4-266" fmla="*/ 442022 h 493591"/>
              <a:gd name="connsiteX5-267" fmla="*/ 553726 w 560550"/>
              <a:gd name="connsiteY5-268" fmla="*/ 448555 h 493591"/>
              <a:gd name="connsiteX6-269" fmla="*/ 557360 w 560550"/>
              <a:gd name="connsiteY6-270" fmla="*/ 480662 h 493591"/>
              <a:gd name="connsiteX7-271" fmla="*/ 557111 w 560550"/>
              <a:gd name="connsiteY7-272" fmla="*/ 481348 h 493591"/>
              <a:gd name="connsiteX8-273" fmla="*/ 527738 w 560550"/>
              <a:gd name="connsiteY8-274" fmla="*/ 493568 h 493591"/>
              <a:gd name="connsiteX9-275" fmla="*/ 496688 w 560550"/>
              <a:gd name="connsiteY9-276" fmla="*/ 492722 h 493591"/>
              <a:gd name="connsiteX10-277" fmla="*/ 275338 w 560550"/>
              <a:gd name="connsiteY10-278" fmla="*/ 480778 h 493591"/>
              <a:gd name="connsiteX11-279" fmla="*/ 275975 w 560550"/>
              <a:gd name="connsiteY11-280" fmla="*/ 480403 h 493591"/>
              <a:gd name="connsiteX12-281" fmla="*/ 266629 w 560550"/>
              <a:gd name="connsiteY12-282" fmla="*/ 479903 h 493591"/>
              <a:gd name="connsiteX13-283" fmla="*/ 40497 w 560550"/>
              <a:gd name="connsiteY13-284" fmla="*/ 492105 h 493591"/>
              <a:gd name="connsiteX14-285" fmla="*/ 32832 w 560550"/>
              <a:gd name="connsiteY14-286" fmla="*/ 492314 h 493591"/>
              <a:gd name="connsiteX15-287" fmla="*/ 3210 w 560550"/>
              <a:gd name="connsiteY15-288" fmla="*/ 479408 h 493591"/>
              <a:gd name="connsiteX16-289" fmla="*/ 2740 w 560550"/>
              <a:gd name="connsiteY16-290" fmla="*/ 478849 h 493591"/>
              <a:gd name="connsiteX17-291" fmla="*/ 6844 w 560550"/>
              <a:gd name="connsiteY17-292" fmla="*/ 447301 h 493591"/>
              <a:gd name="connsiteX18-293" fmla="*/ 23102 w 560550"/>
              <a:gd name="connsiteY18-294" fmla="*/ 420834 h 493591"/>
              <a:gd name="connsiteX19-295" fmla="*/ 149231 w 560550"/>
              <a:gd name="connsiteY19-296" fmla="*/ 228009 h 493591"/>
              <a:gd name="connsiteX20-297" fmla="*/ 251731 w 560550"/>
              <a:gd name="connsiteY20-298" fmla="*/ 26070 h 493591"/>
              <a:gd name="connsiteX21-299" fmla="*/ 255383 w 560550"/>
              <a:gd name="connsiteY21-300" fmla="*/ 19328 h 493591"/>
              <a:gd name="connsiteX22-301" fmla="*/ 281371 w 560550"/>
              <a:gd name="connsiteY22-302" fmla="*/ 127 h 493591"/>
              <a:gd name="connsiteX23-303" fmla="*/ 282090 w 560550"/>
              <a:gd name="connsiteY23-304" fmla="*/ 0 h 493591"/>
              <a:gd name="connsiteX0-305" fmla="*/ 282090 w 560550"/>
              <a:gd name="connsiteY0-306" fmla="*/ 0 h 493591"/>
              <a:gd name="connsiteX1-307" fmla="*/ 307359 w 560550"/>
              <a:gd name="connsiteY1-308" fmla="*/ 19328 h 493591"/>
              <a:gd name="connsiteX2-309" fmla="*/ 322151 w 560550"/>
              <a:gd name="connsiteY2-310" fmla="*/ 46641 h 493591"/>
              <a:gd name="connsiteX3-311" fmla="*/ 426075 w 560550"/>
              <a:gd name="connsiteY3-312" fmla="*/ 252279 h 493591"/>
              <a:gd name="connsiteX4-313" fmla="*/ 549713 w 560550"/>
              <a:gd name="connsiteY4-314" fmla="*/ 442022 h 493591"/>
              <a:gd name="connsiteX5-315" fmla="*/ 553726 w 560550"/>
              <a:gd name="connsiteY5-316" fmla="*/ 448555 h 493591"/>
              <a:gd name="connsiteX6-317" fmla="*/ 557360 w 560550"/>
              <a:gd name="connsiteY6-318" fmla="*/ 480662 h 493591"/>
              <a:gd name="connsiteX7-319" fmla="*/ 557111 w 560550"/>
              <a:gd name="connsiteY7-320" fmla="*/ 481348 h 493591"/>
              <a:gd name="connsiteX8-321" fmla="*/ 527738 w 560550"/>
              <a:gd name="connsiteY8-322" fmla="*/ 493568 h 493591"/>
              <a:gd name="connsiteX9-323" fmla="*/ 496688 w 560550"/>
              <a:gd name="connsiteY9-324" fmla="*/ 492722 h 493591"/>
              <a:gd name="connsiteX10-325" fmla="*/ 275338 w 560550"/>
              <a:gd name="connsiteY10-326" fmla="*/ 480778 h 493591"/>
              <a:gd name="connsiteX11-327" fmla="*/ 266629 w 560550"/>
              <a:gd name="connsiteY11-328" fmla="*/ 479903 h 493591"/>
              <a:gd name="connsiteX12-329" fmla="*/ 40497 w 560550"/>
              <a:gd name="connsiteY12-330" fmla="*/ 492105 h 493591"/>
              <a:gd name="connsiteX13-331" fmla="*/ 32832 w 560550"/>
              <a:gd name="connsiteY13-332" fmla="*/ 492314 h 493591"/>
              <a:gd name="connsiteX14-333" fmla="*/ 3210 w 560550"/>
              <a:gd name="connsiteY14-334" fmla="*/ 479408 h 493591"/>
              <a:gd name="connsiteX15-335" fmla="*/ 2740 w 560550"/>
              <a:gd name="connsiteY15-336" fmla="*/ 478849 h 493591"/>
              <a:gd name="connsiteX16-337" fmla="*/ 6844 w 560550"/>
              <a:gd name="connsiteY16-338" fmla="*/ 447301 h 493591"/>
              <a:gd name="connsiteX17-339" fmla="*/ 23102 w 560550"/>
              <a:gd name="connsiteY17-340" fmla="*/ 420834 h 493591"/>
              <a:gd name="connsiteX18-341" fmla="*/ 149231 w 560550"/>
              <a:gd name="connsiteY18-342" fmla="*/ 228009 h 493591"/>
              <a:gd name="connsiteX19-343" fmla="*/ 251731 w 560550"/>
              <a:gd name="connsiteY19-344" fmla="*/ 26070 h 493591"/>
              <a:gd name="connsiteX20-345" fmla="*/ 255383 w 560550"/>
              <a:gd name="connsiteY20-346" fmla="*/ 19328 h 493591"/>
              <a:gd name="connsiteX21-347" fmla="*/ 281371 w 560550"/>
              <a:gd name="connsiteY21-348" fmla="*/ 127 h 493591"/>
              <a:gd name="connsiteX22-349" fmla="*/ 282090 w 560550"/>
              <a:gd name="connsiteY22-350" fmla="*/ 0 h 493591"/>
              <a:gd name="connsiteX0-351" fmla="*/ 282090 w 560550"/>
              <a:gd name="connsiteY0-352" fmla="*/ 0 h 493591"/>
              <a:gd name="connsiteX1-353" fmla="*/ 307359 w 560550"/>
              <a:gd name="connsiteY1-354" fmla="*/ 19328 h 493591"/>
              <a:gd name="connsiteX2-355" fmla="*/ 322151 w 560550"/>
              <a:gd name="connsiteY2-356" fmla="*/ 46641 h 493591"/>
              <a:gd name="connsiteX3-357" fmla="*/ 426075 w 560550"/>
              <a:gd name="connsiteY3-358" fmla="*/ 252279 h 493591"/>
              <a:gd name="connsiteX4-359" fmla="*/ 549713 w 560550"/>
              <a:gd name="connsiteY4-360" fmla="*/ 442022 h 493591"/>
              <a:gd name="connsiteX5-361" fmla="*/ 553726 w 560550"/>
              <a:gd name="connsiteY5-362" fmla="*/ 448555 h 493591"/>
              <a:gd name="connsiteX6-363" fmla="*/ 557360 w 560550"/>
              <a:gd name="connsiteY6-364" fmla="*/ 480662 h 493591"/>
              <a:gd name="connsiteX7-365" fmla="*/ 557111 w 560550"/>
              <a:gd name="connsiteY7-366" fmla="*/ 481348 h 493591"/>
              <a:gd name="connsiteX8-367" fmla="*/ 527738 w 560550"/>
              <a:gd name="connsiteY8-368" fmla="*/ 493568 h 493591"/>
              <a:gd name="connsiteX9-369" fmla="*/ 496688 w 560550"/>
              <a:gd name="connsiteY9-370" fmla="*/ 492722 h 493591"/>
              <a:gd name="connsiteX10-371" fmla="*/ 266629 w 560550"/>
              <a:gd name="connsiteY10-372" fmla="*/ 479903 h 493591"/>
              <a:gd name="connsiteX11-373" fmla="*/ 40497 w 560550"/>
              <a:gd name="connsiteY11-374" fmla="*/ 492105 h 493591"/>
              <a:gd name="connsiteX12-375" fmla="*/ 32832 w 560550"/>
              <a:gd name="connsiteY12-376" fmla="*/ 492314 h 493591"/>
              <a:gd name="connsiteX13-377" fmla="*/ 3210 w 560550"/>
              <a:gd name="connsiteY13-378" fmla="*/ 479408 h 493591"/>
              <a:gd name="connsiteX14-379" fmla="*/ 2740 w 560550"/>
              <a:gd name="connsiteY14-380" fmla="*/ 478849 h 493591"/>
              <a:gd name="connsiteX15-381" fmla="*/ 6844 w 560550"/>
              <a:gd name="connsiteY15-382" fmla="*/ 447301 h 493591"/>
              <a:gd name="connsiteX16-383" fmla="*/ 23102 w 560550"/>
              <a:gd name="connsiteY16-384" fmla="*/ 420834 h 493591"/>
              <a:gd name="connsiteX17-385" fmla="*/ 149231 w 560550"/>
              <a:gd name="connsiteY17-386" fmla="*/ 228009 h 493591"/>
              <a:gd name="connsiteX18-387" fmla="*/ 251731 w 560550"/>
              <a:gd name="connsiteY18-388" fmla="*/ 26070 h 493591"/>
              <a:gd name="connsiteX19-389" fmla="*/ 255383 w 560550"/>
              <a:gd name="connsiteY19-390" fmla="*/ 19328 h 493591"/>
              <a:gd name="connsiteX20-391" fmla="*/ 281371 w 560550"/>
              <a:gd name="connsiteY20-392" fmla="*/ 127 h 493591"/>
              <a:gd name="connsiteX21-393" fmla="*/ 282090 w 560550"/>
              <a:gd name="connsiteY21-394" fmla="*/ 0 h 493591"/>
              <a:gd name="connsiteX0-395" fmla="*/ 282090 w 560550"/>
              <a:gd name="connsiteY0-396" fmla="*/ 0 h 493591"/>
              <a:gd name="connsiteX1-397" fmla="*/ 307359 w 560550"/>
              <a:gd name="connsiteY1-398" fmla="*/ 19328 h 493591"/>
              <a:gd name="connsiteX2-399" fmla="*/ 322151 w 560550"/>
              <a:gd name="connsiteY2-400" fmla="*/ 46641 h 493591"/>
              <a:gd name="connsiteX3-401" fmla="*/ 426075 w 560550"/>
              <a:gd name="connsiteY3-402" fmla="*/ 252279 h 493591"/>
              <a:gd name="connsiteX4-403" fmla="*/ 549713 w 560550"/>
              <a:gd name="connsiteY4-404" fmla="*/ 442022 h 493591"/>
              <a:gd name="connsiteX5-405" fmla="*/ 553726 w 560550"/>
              <a:gd name="connsiteY5-406" fmla="*/ 448555 h 493591"/>
              <a:gd name="connsiteX6-407" fmla="*/ 557360 w 560550"/>
              <a:gd name="connsiteY6-408" fmla="*/ 480662 h 493591"/>
              <a:gd name="connsiteX7-409" fmla="*/ 557111 w 560550"/>
              <a:gd name="connsiteY7-410" fmla="*/ 481348 h 493591"/>
              <a:gd name="connsiteX8-411" fmla="*/ 527738 w 560550"/>
              <a:gd name="connsiteY8-412" fmla="*/ 493568 h 493591"/>
              <a:gd name="connsiteX9-413" fmla="*/ 496688 w 560550"/>
              <a:gd name="connsiteY9-414" fmla="*/ 492722 h 493591"/>
              <a:gd name="connsiteX10-415" fmla="*/ 266629 w 560550"/>
              <a:gd name="connsiteY10-416" fmla="*/ 479903 h 493591"/>
              <a:gd name="connsiteX11-417" fmla="*/ 40497 w 560550"/>
              <a:gd name="connsiteY11-418" fmla="*/ 492105 h 493591"/>
              <a:gd name="connsiteX12-419" fmla="*/ 32832 w 560550"/>
              <a:gd name="connsiteY12-420" fmla="*/ 492314 h 493591"/>
              <a:gd name="connsiteX13-421" fmla="*/ 3210 w 560550"/>
              <a:gd name="connsiteY13-422" fmla="*/ 479408 h 493591"/>
              <a:gd name="connsiteX14-423" fmla="*/ 2740 w 560550"/>
              <a:gd name="connsiteY14-424" fmla="*/ 478849 h 493591"/>
              <a:gd name="connsiteX15-425" fmla="*/ 6844 w 560550"/>
              <a:gd name="connsiteY15-426" fmla="*/ 447301 h 493591"/>
              <a:gd name="connsiteX16-427" fmla="*/ 23102 w 560550"/>
              <a:gd name="connsiteY16-428" fmla="*/ 420834 h 493591"/>
              <a:gd name="connsiteX17-429" fmla="*/ 149231 w 560550"/>
              <a:gd name="connsiteY17-430" fmla="*/ 228009 h 493591"/>
              <a:gd name="connsiteX18-431" fmla="*/ 251731 w 560550"/>
              <a:gd name="connsiteY18-432" fmla="*/ 26070 h 493591"/>
              <a:gd name="connsiteX19-433" fmla="*/ 255383 w 560550"/>
              <a:gd name="connsiteY19-434" fmla="*/ 19328 h 493591"/>
              <a:gd name="connsiteX20-435" fmla="*/ 281371 w 560550"/>
              <a:gd name="connsiteY20-436" fmla="*/ 127 h 493591"/>
              <a:gd name="connsiteX21-437" fmla="*/ 282090 w 560550"/>
              <a:gd name="connsiteY21-438" fmla="*/ 0 h 49359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33" y="connsiteY16-34"/>
              </a:cxn>
              <a:cxn ang="0">
                <a:pos x="connsiteX17-35" y="connsiteY17-36"/>
              </a:cxn>
              <a:cxn ang="0">
                <a:pos x="connsiteX18-37" y="connsiteY18-38"/>
              </a:cxn>
              <a:cxn ang="0">
                <a:pos x="connsiteX19-39" y="connsiteY19-40"/>
              </a:cxn>
              <a:cxn ang="0">
                <a:pos x="connsiteX20-41" y="connsiteY20-42"/>
              </a:cxn>
              <a:cxn ang="0">
                <a:pos x="connsiteX21-43" y="connsiteY21-44"/>
              </a:cxn>
            </a:cxnLst>
            <a:rect l="l" t="t" r="r" b="b"/>
            <a:pathLst>
              <a:path w="560550" h="493591">
                <a:moveTo>
                  <a:pt x="282090" y="0"/>
                </a:moveTo>
                <a:cubicBezTo>
                  <a:pt x="291235" y="0"/>
                  <a:pt x="300381" y="6443"/>
                  <a:pt x="307359" y="19328"/>
                </a:cubicBezTo>
                <a:lnTo>
                  <a:pt x="322151" y="46641"/>
                </a:lnTo>
                <a:cubicBezTo>
                  <a:pt x="341937" y="85466"/>
                  <a:pt x="388148" y="186382"/>
                  <a:pt x="426075" y="252279"/>
                </a:cubicBezTo>
                <a:cubicBezTo>
                  <a:pt x="464002" y="318176"/>
                  <a:pt x="528438" y="409309"/>
                  <a:pt x="549713" y="442022"/>
                </a:cubicBezTo>
                <a:lnTo>
                  <a:pt x="553726" y="448555"/>
                </a:lnTo>
                <a:cubicBezTo>
                  <a:pt x="561598" y="461368"/>
                  <a:pt x="562451" y="472766"/>
                  <a:pt x="557360" y="480662"/>
                </a:cubicBezTo>
                <a:cubicBezTo>
                  <a:pt x="557347" y="480929"/>
                  <a:pt x="557231" y="481140"/>
                  <a:pt x="557111" y="481348"/>
                </a:cubicBezTo>
                <a:cubicBezTo>
                  <a:pt x="552538" y="489268"/>
                  <a:pt x="542386" y="493968"/>
                  <a:pt x="527738" y="493568"/>
                </a:cubicBezTo>
                <a:lnTo>
                  <a:pt x="496688" y="492722"/>
                </a:lnTo>
                <a:cubicBezTo>
                  <a:pt x="453170" y="490445"/>
                  <a:pt x="342661" y="480006"/>
                  <a:pt x="266629" y="479903"/>
                </a:cubicBezTo>
                <a:cubicBezTo>
                  <a:pt x="190597" y="479800"/>
                  <a:pt x="79463" y="490037"/>
                  <a:pt x="40497" y="492105"/>
                </a:cubicBezTo>
                <a:lnTo>
                  <a:pt x="32832" y="492314"/>
                </a:lnTo>
                <a:cubicBezTo>
                  <a:pt x="17800" y="492724"/>
                  <a:pt x="7502" y="487764"/>
                  <a:pt x="3210" y="479408"/>
                </a:cubicBezTo>
                <a:cubicBezTo>
                  <a:pt x="2985" y="479262"/>
                  <a:pt x="2860" y="479056"/>
                  <a:pt x="2740" y="478849"/>
                </a:cubicBezTo>
                <a:cubicBezTo>
                  <a:pt x="-1833" y="470928"/>
                  <a:pt x="-826" y="459787"/>
                  <a:pt x="6844" y="447301"/>
                </a:cubicBezTo>
                <a:lnTo>
                  <a:pt x="23102" y="420834"/>
                </a:lnTo>
                <a:cubicBezTo>
                  <a:pt x="46833" y="384285"/>
                  <a:pt x="111126" y="293803"/>
                  <a:pt x="149231" y="228009"/>
                </a:cubicBezTo>
                <a:cubicBezTo>
                  <a:pt x="187336" y="162215"/>
                  <a:pt x="234039" y="60850"/>
                  <a:pt x="251731" y="26070"/>
                </a:cubicBezTo>
                <a:lnTo>
                  <a:pt x="255383" y="19328"/>
                </a:lnTo>
                <a:cubicBezTo>
                  <a:pt x="262543" y="6104"/>
                  <a:pt x="271988" y="-334"/>
                  <a:pt x="281371" y="127"/>
                </a:cubicBezTo>
                <a:cubicBezTo>
                  <a:pt x="281609" y="5"/>
                  <a:pt x="281850" y="0"/>
                  <a:pt x="28209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zh-CN" altLang="en-US">
              <a:solidFill>
                <a:srgbClr val="FFFFFF"/>
              </a:solidFill>
              <a:latin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17" name="KSO_Shape"/>
          <p:cNvSpPr/>
          <p:nvPr>
            <p:custDataLst>
              <p:tags r:id="rId15"/>
            </p:custDataLst>
          </p:nvPr>
        </p:nvSpPr>
        <p:spPr>
          <a:xfrm rot="2236532" flipH="1" flipV="1">
            <a:off x="2039938" y="4243388"/>
            <a:ext cx="193675" cy="169862"/>
          </a:xfrm>
          <a:custGeom>
            <a:avLst/>
            <a:gdLst>
              <a:gd name="connsiteX0" fmla="*/ 282090 w 560550"/>
              <a:gd name="connsiteY0" fmla="*/ 0 h 493591"/>
              <a:gd name="connsiteX1" fmla="*/ 307359 w 560550"/>
              <a:gd name="connsiteY1" fmla="*/ 19328 h 493591"/>
              <a:gd name="connsiteX2" fmla="*/ 322151 w 560550"/>
              <a:gd name="connsiteY2" fmla="*/ 46641 h 493591"/>
              <a:gd name="connsiteX3" fmla="*/ 422483 w 560550"/>
              <a:gd name="connsiteY3" fmla="*/ 244308 h 493591"/>
              <a:gd name="connsiteX4" fmla="*/ 421839 w 560550"/>
              <a:gd name="connsiteY4" fmla="*/ 243943 h 493591"/>
              <a:gd name="connsiteX5" fmla="*/ 426075 w 560550"/>
              <a:gd name="connsiteY5" fmla="*/ 252279 h 493591"/>
              <a:gd name="connsiteX6" fmla="*/ 549713 w 560550"/>
              <a:gd name="connsiteY6" fmla="*/ 442022 h 493591"/>
              <a:gd name="connsiteX7" fmla="*/ 553726 w 560550"/>
              <a:gd name="connsiteY7" fmla="*/ 448555 h 493591"/>
              <a:gd name="connsiteX8" fmla="*/ 557360 w 560550"/>
              <a:gd name="connsiteY8" fmla="*/ 480662 h 493591"/>
              <a:gd name="connsiteX9" fmla="*/ 557111 w 560550"/>
              <a:gd name="connsiteY9" fmla="*/ 481348 h 493591"/>
              <a:gd name="connsiteX10" fmla="*/ 527738 w 560550"/>
              <a:gd name="connsiteY10" fmla="*/ 493568 h 493591"/>
              <a:gd name="connsiteX11" fmla="*/ 496688 w 560550"/>
              <a:gd name="connsiteY11" fmla="*/ 492722 h 493591"/>
              <a:gd name="connsiteX12" fmla="*/ 275338 w 560550"/>
              <a:gd name="connsiteY12" fmla="*/ 480778 h 493591"/>
              <a:gd name="connsiteX13" fmla="*/ 275975 w 560550"/>
              <a:gd name="connsiteY13" fmla="*/ 480403 h 493591"/>
              <a:gd name="connsiteX14" fmla="*/ 266629 w 560550"/>
              <a:gd name="connsiteY14" fmla="*/ 479903 h 493591"/>
              <a:gd name="connsiteX15" fmla="*/ 40497 w 560550"/>
              <a:gd name="connsiteY15" fmla="*/ 492105 h 493591"/>
              <a:gd name="connsiteX16" fmla="*/ 32832 w 560550"/>
              <a:gd name="connsiteY16" fmla="*/ 492314 h 493591"/>
              <a:gd name="connsiteX17" fmla="*/ 3210 w 560550"/>
              <a:gd name="connsiteY17" fmla="*/ 479408 h 493591"/>
              <a:gd name="connsiteX18" fmla="*/ 2740 w 560550"/>
              <a:gd name="connsiteY18" fmla="*/ 478849 h 493591"/>
              <a:gd name="connsiteX19" fmla="*/ 6844 w 560550"/>
              <a:gd name="connsiteY19" fmla="*/ 447301 h 493591"/>
              <a:gd name="connsiteX20" fmla="*/ 23102 w 560550"/>
              <a:gd name="connsiteY20" fmla="*/ 420834 h 493591"/>
              <a:gd name="connsiteX21" fmla="*/ 144121 w 560550"/>
              <a:gd name="connsiteY21" fmla="*/ 235111 h 493591"/>
              <a:gd name="connsiteX22" fmla="*/ 144127 w 560550"/>
              <a:gd name="connsiteY22" fmla="*/ 235851 h 493591"/>
              <a:gd name="connsiteX23" fmla="*/ 149231 w 560550"/>
              <a:gd name="connsiteY23" fmla="*/ 228009 h 493591"/>
              <a:gd name="connsiteX24" fmla="*/ 251731 w 560550"/>
              <a:gd name="connsiteY24" fmla="*/ 26070 h 493591"/>
              <a:gd name="connsiteX25" fmla="*/ 255383 w 560550"/>
              <a:gd name="connsiteY25" fmla="*/ 19328 h 493591"/>
              <a:gd name="connsiteX26" fmla="*/ 281371 w 560550"/>
              <a:gd name="connsiteY26" fmla="*/ 127 h 493591"/>
              <a:gd name="connsiteX27" fmla="*/ 282090 w 560550"/>
              <a:gd name="connsiteY27" fmla="*/ 0 h 493591"/>
              <a:gd name="connsiteX0-1" fmla="*/ 282090 w 560550"/>
              <a:gd name="connsiteY0-2" fmla="*/ 0 h 493591"/>
              <a:gd name="connsiteX1-3" fmla="*/ 307359 w 560550"/>
              <a:gd name="connsiteY1-4" fmla="*/ 19328 h 493591"/>
              <a:gd name="connsiteX2-5" fmla="*/ 322151 w 560550"/>
              <a:gd name="connsiteY2-6" fmla="*/ 46641 h 493591"/>
              <a:gd name="connsiteX3-7" fmla="*/ 422483 w 560550"/>
              <a:gd name="connsiteY3-8" fmla="*/ 244308 h 493591"/>
              <a:gd name="connsiteX4-9" fmla="*/ 426075 w 560550"/>
              <a:gd name="connsiteY4-10" fmla="*/ 252279 h 493591"/>
              <a:gd name="connsiteX5-11" fmla="*/ 549713 w 560550"/>
              <a:gd name="connsiteY5-12" fmla="*/ 442022 h 493591"/>
              <a:gd name="connsiteX6-13" fmla="*/ 553726 w 560550"/>
              <a:gd name="connsiteY6-14" fmla="*/ 448555 h 493591"/>
              <a:gd name="connsiteX7-15" fmla="*/ 557360 w 560550"/>
              <a:gd name="connsiteY7-16" fmla="*/ 480662 h 493591"/>
              <a:gd name="connsiteX8-17" fmla="*/ 557111 w 560550"/>
              <a:gd name="connsiteY8-18" fmla="*/ 481348 h 493591"/>
              <a:gd name="connsiteX9-19" fmla="*/ 527738 w 560550"/>
              <a:gd name="connsiteY9-20" fmla="*/ 493568 h 493591"/>
              <a:gd name="connsiteX10-21" fmla="*/ 496688 w 560550"/>
              <a:gd name="connsiteY10-22" fmla="*/ 492722 h 493591"/>
              <a:gd name="connsiteX11-23" fmla="*/ 275338 w 560550"/>
              <a:gd name="connsiteY11-24" fmla="*/ 480778 h 493591"/>
              <a:gd name="connsiteX12-25" fmla="*/ 275975 w 560550"/>
              <a:gd name="connsiteY12-26" fmla="*/ 480403 h 493591"/>
              <a:gd name="connsiteX13-27" fmla="*/ 266629 w 560550"/>
              <a:gd name="connsiteY13-28" fmla="*/ 479903 h 493591"/>
              <a:gd name="connsiteX14-29" fmla="*/ 40497 w 560550"/>
              <a:gd name="connsiteY14-30" fmla="*/ 492105 h 493591"/>
              <a:gd name="connsiteX15-31" fmla="*/ 32832 w 560550"/>
              <a:gd name="connsiteY15-32" fmla="*/ 492314 h 493591"/>
              <a:gd name="connsiteX16-33" fmla="*/ 3210 w 560550"/>
              <a:gd name="connsiteY16-34" fmla="*/ 479408 h 493591"/>
              <a:gd name="connsiteX17-35" fmla="*/ 2740 w 560550"/>
              <a:gd name="connsiteY17-36" fmla="*/ 478849 h 493591"/>
              <a:gd name="connsiteX18-37" fmla="*/ 6844 w 560550"/>
              <a:gd name="connsiteY18-38" fmla="*/ 447301 h 493591"/>
              <a:gd name="connsiteX19-39" fmla="*/ 23102 w 560550"/>
              <a:gd name="connsiteY19-40" fmla="*/ 420834 h 493591"/>
              <a:gd name="connsiteX20-41" fmla="*/ 144121 w 560550"/>
              <a:gd name="connsiteY20-42" fmla="*/ 235111 h 493591"/>
              <a:gd name="connsiteX21-43" fmla="*/ 144127 w 560550"/>
              <a:gd name="connsiteY21-44" fmla="*/ 235851 h 493591"/>
              <a:gd name="connsiteX22-45" fmla="*/ 149231 w 560550"/>
              <a:gd name="connsiteY22-46" fmla="*/ 228009 h 493591"/>
              <a:gd name="connsiteX23-47" fmla="*/ 251731 w 560550"/>
              <a:gd name="connsiteY23-48" fmla="*/ 26070 h 493591"/>
              <a:gd name="connsiteX24-49" fmla="*/ 255383 w 560550"/>
              <a:gd name="connsiteY24-50" fmla="*/ 19328 h 493591"/>
              <a:gd name="connsiteX25-51" fmla="*/ 281371 w 560550"/>
              <a:gd name="connsiteY25-52" fmla="*/ 127 h 493591"/>
              <a:gd name="connsiteX26-53" fmla="*/ 282090 w 560550"/>
              <a:gd name="connsiteY26-54" fmla="*/ 0 h 493591"/>
              <a:gd name="connsiteX0-55" fmla="*/ 282090 w 560550"/>
              <a:gd name="connsiteY0-56" fmla="*/ 0 h 493591"/>
              <a:gd name="connsiteX1-57" fmla="*/ 307359 w 560550"/>
              <a:gd name="connsiteY1-58" fmla="*/ 19328 h 493591"/>
              <a:gd name="connsiteX2-59" fmla="*/ 322151 w 560550"/>
              <a:gd name="connsiteY2-60" fmla="*/ 46641 h 493591"/>
              <a:gd name="connsiteX3-61" fmla="*/ 426075 w 560550"/>
              <a:gd name="connsiteY3-62" fmla="*/ 252279 h 493591"/>
              <a:gd name="connsiteX4-63" fmla="*/ 549713 w 560550"/>
              <a:gd name="connsiteY4-64" fmla="*/ 442022 h 493591"/>
              <a:gd name="connsiteX5-65" fmla="*/ 553726 w 560550"/>
              <a:gd name="connsiteY5-66" fmla="*/ 448555 h 493591"/>
              <a:gd name="connsiteX6-67" fmla="*/ 557360 w 560550"/>
              <a:gd name="connsiteY6-68" fmla="*/ 480662 h 493591"/>
              <a:gd name="connsiteX7-69" fmla="*/ 557111 w 560550"/>
              <a:gd name="connsiteY7-70" fmla="*/ 481348 h 493591"/>
              <a:gd name="connsiteX8-71" fmla="*/ 527738 w 560550"/>
              <a:gd name="connsiteY8-72" fmla="*/ 493568 h 493591"/>
              <a:gd name="connsiteX9-73" fmla="*/ 496688 w 560550"/>
              <a:gd name="connsiteY9-74" fmla="*/ 492722 h 493591"/>
              <a:gd name="connsiteX10-75" fmla="*/ 275338 w 560550"/>
              <a:gd name="connsiteY10-76" fmla="*/ 480778 h 493591"/>
              <a:gd name="connsiteX11-77" fmla="*/ 275975 w 560550"/>
              <a:gd name="connsiteY11-78" fmla="*/ 480403 h 493591"/>
              <a:gd name="connsiteX12-79" fmla="*/ 266629 w 560550"/>
              <a:gd name="connsiteY12-80" fmla="*/ 479903 h 493591"/>
              <a:gd name="connsiteX13-81" fmla="*/ 40497 w 560550"/>
              <a:gd name="connsiteY13-82" fmla="*/ 492105 h 493591"/>
              <a:gd name="connsiteX14-83" fmla="*/ 32832 w 560550"/>
              <a:gd name="connsiteY14-84" fmla="*/ 492314 h 493591"/>
              <a:gd name="connsiteX15-85" fmla="*/ 3210 w 560550"/>
              <a:gd name="connsiteY15-86" fmla="*/ 479408 h 493591"/>
              <a:gd name="connsiteX16-87" fmla="*/ 2740 w 560550"/>
              <a:gd name="connsiteY16-88" fmla="*/ 478849 h 493591"/>
              <a:gd name="connsiteX17-89" fmla="*/ 6844 w 560550"/>
              <a:gd name="connsiteY17-90" fmla="*/ 447301 h 493591"/>
              <a:gd name="connsiteX18-91" fmla="*/ 23102 w 560550"/>
              <a:gd name="connsiteY18-92" fmla="*/ 420834 h 493591"/>
              <a:gd name="connsiteX19-93" fmla="*/ 144121 w 560550"/>
              <a:gd name="connsiteY19-94" fmla="*/ 235111 h 493591"/>
              <a:gd name="connsiteX20-95" fmla="*/ 144127 w 560550"/>
              <a:gd name="connsiteY20-96" fmla="*/ 235851 h 493591"/>
              <a:gd name="connsiteX21-97" fmla="*/ 149231 w 560550"/>
              <a:gd name="connsiteY21-98" fmla="*/ 228009 h 493591"/>
              <a:gd name="connsiteX22-99" fmla="*/ 251731 w 560550"/>
              <a:gd name="connsiteY22-100" fmla="*/ 26070 h 493591"/>
              <a:gd name="connsiteX23-101" fmla="*/ 255383 w 560550"/>
              <a:gd name="connsiteY23-102" fmla="*/ 19328 h 493591"/>
              <a:gd name="connsiteX24-103" fmla="*/ 281371 w 560550"/>
              <a:gd name="connsiteY24-104" fmla="*/ 127 h 493591"/>
              <a:gd name="connsiteX25-105" fmla="*/ 282090 w 560550"/>
              <a:gd name="connsiteY25-106" fmla="*/ 0 h 493591"/>
              <a:gd name="connsiteX0-107" fmla="*/ 282090 w 560550"/>
              <a:gd name="connsiteY0-108" fmla="*/ 0 h 493591"/>
              <a:gd name="connsiteX1-109" fmla="*/ 307359 w 560550"/>
              <a:gd name="connsiteY1-110" fmla="*/ 19328 h 493591"/>
              <a:gd name="connsiteX2-111" fmla="*/ 322151 w 560550"/>
              <a:gd name="connsiteY2-112" fmla="*/ 46641 h 493591"/>
              <a:gd name="connsiteX3-113" fmla="*/ 426075 w 560550"/>
              <a:gd name="connsiteY3-114" fmla="*/ 252279 h 493591"/>
              <a:gd name="connsiteX4-115" fmla="*/ 549713 w 560550"/>
              <a:gd name="connsiteY4-116" fmla="*/ 442022 h 493591"/>
              <a:gd name="connsiteX5-117" fmla="*/ 553726 w 560550"/>
              <a:gd name="connsiteY5-118" fmla="*/ 448555 h 493591"/>
              <a:gd name="connsiteX6-119" fmla="*/ 557360 w 560550"/>
              <a:gd name="connsiteY6-120" fmla="*/ 480662 h 493591"/>
              <a:gd name="connsiteX7-121" fmla="*/ 557111 w 560550"/>
              <a:gd name="connsiteY7-122" fmla="*/ 481348 h 493591"/>
              <a:gd name="connsiteX8-123" fmla="*/ 527738 w 560550"/>
              <a:gd name="connsiteY8-124" fmla="*/ 493568 h 493591"/>
              <a:gd name="connsiteX9-125" fmla="*/ 496688 w 560550"/>
              <a:gd name="connsiteY9-126" fmla="*/ 492722 h 493591"/>
              <a:gd name="connsiteX10-127" fmla="*/ 275338 w 560550"/>
              <a:gd name="connsiteY10-128" fmla="*/ 480778 h 493591"/>
              <a:gd name="connsiteX11-129" fmla="*/ 275975 w 560550"/>
              <a:gd name="connsiteY11-130" fmla="*/ 480403 h 493591"/>
              <a:gd name="connsiteX12-131" fmla="*/ 266629 w 560550"/>
              <a:gd name="connsiteY12-132" fmla="*/ 479903 h 493591"/>
              <a:gd name="connsiteX13-133" fmla="*/ 40497 w 560550"/>
              <a:gd name="connsiteY13-134" fmla="*/ 492105 h 493591"/>
              <a:gd name="connsiteX14-135" fmla="*/ 32832 w 560550"/>
              <a:gd name="connsiteY14-136" fmla="*/ 492314 h 493591"/>
              <a:gd name="connsiteX15-137" fmla="*/ 3210 w 560550"/>
              <a:gd name="connsiteY15-138" fmla="*/ 479408 h 493591"/>
              <a:gd name="connsiteX16-139" fmla="*/ 2740 w 560550"/>
              <a:gd name="connsiteY16-140" fmla="*/ 478849 h 493591"/>
              <a:gd name="connsiteX17-141" fmla="*/ 6844 w 560550"/>
              <a:gd name="connsiteY17-142" fmla="*/ 447301 h 493591"/>
              <a:gd name="connsiteX18-143" fmla="*/ 23102 w 560550"/>
              <a:gd name="connsiteY18-144" fmla="*/ 420834 h 493591"/>
              <a:gd name="connsiteX19-145" fmla="*/ 144121 w 560550"/>
              <a:gd name="connsiteY19-146" fmla="*/ 235111 h 493591"/>
              <a:gd name="connsiteX20-147" fmla="*/ 144127 w 560550"/>
              <a:gd name="connsiteY20-148" fmla="*/ 235851 h 493591"/>
              <a:gd name="connsiteX21-149" fmla="*/ 149231 w 560550"/>
              <a:gd name="connsiteY21-150" fmla="*/ 228009 h 493591"/>
              <a:gd name="connsiteX22-151" fmla="*/ 251731 w 560550"/>
              <a:gd name="connsiteY22-152" fmla="*/ 26070 h 493591"/>
              <a:gd name="connsiteX23-153" fmla="*/ 255383 w 560550"/>
              <a:gd name="connsiteY23-154" fmla="*/ 19328 h 493591"/>
              <a:gd name="connsiteX24-155" fmla="*/ 281371 w 560550"/>
              <a:gd name="connsiteY24-156" fmla="*/ 127 h 493591"/>
              <a:gd name="connsiteX25-157" fmla="*/ 282090 w 560550"/>
              <a:gd name="connsiteY25-158" fmla="*/ 0 h 493591"/>
              <a:gd name="connsiteX0-159" fmla="*/ 282090 w 560550"/>
              <a:gd name="connsiteY0-160" fmla="*/ 0 h 493591"/>
              <a:gd name="connsiteX1-161" fmla="*/ 307359 w 560550"/>
              <a:gd name="connsiteY1-162" fmla="*/ 19328 h 493591"/>
              <a:gd name="connsiteX2-163" fmla="*/ 322151 w 560550"/>
              <a:gd name="connsiteY2-164" fmla="*/ 46641 h 493591"/>
              <a:gd name="connsiteX3-165" fmla="*/ 426075 w 560550"/>
              <a:gd name="connsiteY3-166" fmla="*/ 252279 h 493591"/>
              <a:gd name="connsiteX4-167" fmla="*/ 549713 w 560550"/>
              <a:gd name="connsiteY4-168" fmla="*/ 442022 h 493591"/>
              <a:gd name="connsiteX5-169" fmla="*/ 553726 w 560550"/>
              <a:gd name="connsiteY5-170" fmla="*/ 448555 h 493591"/>
              <a:gd name="connsiteX6-171" fmla="*/ 557360 w 560550"/>
              <a:gd name="connsiteY6-172" fmla="*/ 480662 h 493591"/>
              <a:gd name="connsiteX7-173" fmla="*/ 557111 w 560550"/>
              <a:gd name="connsiteY7-174" fmla="*/ 481348 h 493591"/>
              <a:gd name="connsiteX8-175" fmla="*/ 527738 w 560550"/>
              <a:gd name="connsiteY8-176" fmla="*/ 493568 h 493591"/>
              <a:gd name="connsiteX9-177" fmla="*/ 496688 w 560550"/>
              <a:gd name="connsiteY9-178" fmla="*/ 492722 h 493591"/>
              <a:gd name="connsiteX10-179" fmla="*/ 275338 w 560550"/>
              <a:gd name="connsiteY10-180" fmla="*/ 480778 h 493591"/>
              <a:gd name="connsiteX11-181" fmla="*/ 275975 w 560550"/>
              <a:gd name="connsiteY11-182" fmla="*/ 480403 h 493591"/>
              <a:gd name="connsiteX12-183" fmla="*/ 266629 w 560550"/>
              <a:gd name="connsiteY12-184" fmla="*/ 479903 h 493591"/>
              <a:gd name="connsiteX13-185" fmla="*/ 40497 w 560550"/>
              <a:gd name="connsiteY13-186" fmla="*/ 492105 h 493591"/>
              <a:gd name="connsiteX14-187" fmla="*/ 32832 w 560550"/>
              <a:gd name="connsiteY14-188" fmla="*/ 492314 h 493591"/>
              <a:gd name="connsiteX15-189" fmla="*/ 3210 w 560550"/>
              <a:gd name="connsiteY15-190" fmla="*/ 479408 h 493591"/>
              <a:gd name="connsiteX16-191" fmla="*/ 2740 w 560550"/>
              <a:gd name="connsiteY16-192" fmla="*/ 478849 h 493591"/>
              <a:gd name="connsiteX17-193" fmla="*/ 6844 w 560550"/>
              <a:gd name="connsiteY17-194" fmla="*/ 447301 h 493591"/>
              <a:gd name="connsiteX18-195" fmla="*/ 23102 w 560550"/>
              <a:gd name="connsiteY18-196" fmla="*/ 420834 h 493591"/>
              <a:gd name="connsiteX19-197" fmla="*/ 144121 w 560550"/>
              <a:gd name="connsiteY19-198" fmla="*/ 235111 h 493591"/>
              <a:gd name="connsiteX20-199" fmla="*/ 149231 w 560550"/>
              <a:gd name="connsiteY20-200" fmla="*/ 228009 h 493591"/>
              <a:gd name="connsiteX21-201" fmla="*/ 251731 w 560550"/>
              <a:gd name="connsiteY21-202" fmla="*/ 26070 h 493591"/>
              <a:gd name="connsiteX22-203" fmla="*/ 255383 w 560550"/>
              <a:gd name="connsiteY22-204" fmla="*/ 19328 h 493591"/>
              <a:gd name="connsiteX23-205" fmla="*/ 281371 w 560550"/>
              <a:gd name="connsiteY23-206" fmla="*/ 127 h 493591"/>
              <a:gd name="connsiteX24-207" fmla="*/ 282090 w 560550"/>
              <a:gd name="connsiteY24-208" fmla="*/ 0 h 493591"/>
              <a:gd name="connsiteX0-209" fmla="*/ 282090 w 560550"/>
              <a:gd name="connsiteY0-210" fmla="*/ 0 h 493591"/>
              <a:gd name="connsiteX1-211" fmla="*/ 307359 w 560550"/>
              <a:gd name="connsiteY1-212" fmla="*/ 19328 h 493591"/>
              <a:gd name="connsiteX2-213" fmla="*/ 322151 w 560550"/>
              <a:gd name="connsiteY2-214" fmla="*/ 46641 h 493591"/>
              <a:gd name="connsiteX3-215" fmla="*/ 426075 w 560550"/>
              <a:gd name="connsiteY3-216" fmla="*/ 252279 h 493591"/>
              <a:gd name="connsiteX4-217" fmla="*/ 549713 w 560550"/>
              <a:gd name="connsiteY4-218" fmla="*/ 442022 h 493591"/>
              <a:gd name="connsiteX5-219" fmla="*/ 553726 w 560550"/>
              <a:gd name="connsiteY5-220" fmla="*/ 448555 h 493591"/>
              <a:gd name="connsiteX6-221" fmla="*/ 557360 w 560550"/>
              <a:gd name="connsiteY6-222" fmla="*/ 480662 h 493591"/>
              <a:gd name="connsiteX7-223" fmla="*/ 557111 w 560550"/>
              <a:gd name="connsiteY7-224" fmla="*/ 481348 h 493591"/>
              <a:gd name="connsiteX8-225" fmla="*/ 527738 w 560550"/>
              <a:gd name="connsiteY8-226" fmla="*/ 493568 h 493591"/>
              <a:gd name="connsiteX9-227" fmla="*/ 496688 w 560550"/>
              <a:gd name="connsiteY9-228" fmla="*/ 492722 h 493591"/>
              <a:gd name="connsiteX10-229" fmla="*/ 275338 w 560550"/>
              <a:gd name="connsiteY10-230" fmla="*/ 480778 h 493591"/>
              <a:gd name="connsiteX11-231" fmla="*/ 275975 w 560550"/>
              <a:gd name="connsiteY11-232" fmla="*/ 480403 h 493591"/>
              <a:gd name="connsiteX12-233" fmla="*/ 266629 w 560550"/>
              <a:gd name="connsiteY12-234" fmla="*/ 479903 h 493591"/>
              <a:gd name="connsiteX13-235" fmla="*/ 40497 w 560550"/>
              <a:gd name="connsiteY13-236" fmla="*/ 492105 h 493591"/>
              <a:gd name="connsiteX14-237" fmla="*/ 32832 w 560550"/>
              <a:gd name="connsiteY14-238" fmla="*/ 492314 h 493591"/>
              <a:gd name="connsiteX15-239" fmla="*/ 3210 w 560550"/>
              <a:gd name="connsiteY15-240" fmla="*/ 479408 h 493591"/>
              <a:gd name="connsiteX16-241" fmla="*/ 2740 w 560550"/>
              <a:gd name="connsiteY16-242" fmla="*/ 478849 h 493591"/>
              <a:gd name="connsiteX17-243" fmla="*/ 6844 w 560550"/>
              <a:gd name="connsiteY17-244" fmla="*/ 447301 h 493591"/>
              <a:gd name="connsiteX18-245" fmla="*/ 23102 w 560550"/>
              <a:gd name="connsiteY18-246" fmla="*/ 420834 h 493591"/>
              <a:gd name="connsiteX19-247" fmla="*/ 149231 w 560550"/>
              <a:gd name="connsiteY19-248" fmla="*/ 228009 h 493591"/>
              <a:gd name="connsiteX20-249" fmla="*/ 251731 w 560550"/>
              <a:gd name="connsiteY20-250" fmla="*/ 26070 h 493591"/>
              <a:gd name="connsiteX21-251" fmla="*/ 255383 w 560550"/>
              <a:gd name="connsiteY21-252" fmla="*/ 19328 h 493591"/>
              <a:gd name="connsiteX22-253" fmla="*/ 281371 w 560550"/>
              <a:gd name="connsiteY22-254" fmla="*/ 127 h 493591"/>
              <a:gd name="connsiteX23-255" fmla="*/ 282090 w 560550"/>
              <a:gd name="connsiteY23-256" fmla="*/ 0 h 493591"/>
              <a:gd name="connsiteX0-257" fmla="*/ 282090 w 560550"/>
              <a:gd name="connsiteY0-258" fmla="*/ 0 h 493591"/>
              <a:gd name="connsiteX1-259" fmla="*/ 307359 w 560550"/>
              <a:gd name="connsiteY1-260" fmla="*/ 19328 h 493591"/>
              <a:gd name="connsiteX2-261" fmla="*/ 322151 w 560550"/>
              <a:gd name="connsiteY2-262" fmla="*/ 46641 h 493591"/>
              <a:gd name="connsiteX3-263" fmla="*/ 426075 w 560550"/>
              <a:gd name="connsiteY3-264" fmla="*/ 252279 h 493591"/>
              <a:gd name="connsiteX4-265" fmla="*/ 549713 w 560550"/>
              <a:gd name="connsiteY4-266" fmla="*/ 442022 h 493591"/>
              <a:gd name="connsiteX5-267" fmla="*/ 553726 w 560550"/>
              <a:gd name="connsiteY5-268" fmla="*/ 448555 h 493591"/>
              <a:gd name="connsiteX6-269" fmla="*/ 557360 w 560550"/>
              <a:gd name="connsiteY6-270" fmla="*/ 480662 h 493591"/>
              <a:gd name="connsiteX7-271" fmla="*/ 557111 w 560550"/>
              <a:gd name="connsiteY7-272" fmla="*/ 481348 h 493591"/>
              <a:gd name="connsiteX8-273" fmla="*/ 527738 w 560550"/>
              <a:gd name="connsiteY8-274" fmla="*/ 493568 h 493591"/>
              <a:gd name="connsiteX9-275" fmla="*/ 496688 w 560550"/>
              <a:gd name="connsiteY9-276" fmla="*/ 492722 h 493591"/>
              <a:gd name="connsiteX10-277" fmla="*/ 275338 w 560550"/>
              <a:gd name="connsiteY10-278" fmla="*/ 480778 h 493591"/>
              <a:gd name="connsiteX11-279" fmla="*/ 275975 w 560550"/>
              <a:gd name="connsiteY11-280" fmla="*/ 480403 h 493591"/>
              <a:gd name="connsiteX12-281" fmla="*/ 266629 w 560550"/>
              <a:gd name="connsiteY12-282" fmla="*/ 479903 h 493591"/>
              <a:gd name="connsiteX13-283" fmla="*/ 40497 w 560550"/>
              <a:gd name="connsiteY13-284" fmla="*/ 492105 h 493591"/>
              <a:gd name="connsiteX14-285" fmla="*/ 32832 w 560550"/>
              <a:gd name="connsiteY14-286" fmla="*/ 492314 h 493591"/>
              <a:gd name="connsiteX15-287" fmla="*/ 3210 w 560550"/>
              <a:gd name="connsiteY15-288" fmla="*/ 479408 h 493591"/>
              <a:gd name="connsiteX16-289" fmla="*/ 2740 w 560550"/>
              <a:gd name="connsiteY16-290" fmla="*/ 478849 h 493591"/>
              <a:gd name="connsiteX17-291" fmla="*/ 6844 w 560550"/>
              <a:gd name="connsiteY17-292" fmla="*/ 447301 h 493591"/>
              <a:gd name="connsiteX18-293" fmla="*/ 23102 w 560550"/>
              <a:gd name="connsiteY18-294" fmla="*/ 420834 h 493591"/>
              <a:gd name="connsiteX19-295" fmla="*/ 149231 w 560550"/>
              <a:gd name="connsiteY19-296" fmla="*/ 228009 h 493591"/>
              <a:gd name="connsiteX20-297" fmla="*/ 251731 w 560550"/>
              <a:gd name="connsiteY20-298" fmla="*/ 26070 h 493591"/>
              <a:gd name="connsiteX21-299" fmla="*/ 255383 w 560550"/>
              <a:gd name="connsiteY21-300" fmla="*/ 19328 h 493591"/>
              <a:gd name="connsiteX22-301" fmla="*/ 281371 w 560550"/>
              <a:gd name="connsiteY22-302" fmla="*/ 127 h 493591"/>
              <a:gd name="connsiteX23-303" fmla="*/ 282090 w 560550"/>
              <a:gd name="connsiteY23-304" fmla="*/ 0 h 493591"/>
              <a:gd name="connsiteX0-305" fmla="*/ 282090 w 560550"/>
              <a:gd name="connsiteY0-306" fmla="*/ 0 h 493591"/>
              <a:gd name="connsiteX1-307" fmla="*/ 307359 w 560550"/>
              <a:gd name="connsiteY1-308" fmla="*/ 19328 h 493591"/>
              <a:gd name="connsiteX2-309" fmla="*/ 322151 w 560550"/>
              <a:gd name="connsiteY2-310" fmla="*/ 46641 h 493591"/>
              <a:gd name="connsiteX3-311" fmla="*/ 426075 w 560550"/>
              <a:gd name="connsiteY3-312" fmla="*/ 252279 h 493591"/>
              <a:gd name="connsiteX4-313" fmla="*/ 549713 w 560550"/>
              <a:gd name="connsiteY4-314" fmla="*/ 442022 h 493591"/>
              <a:gd name="connsiteX5-315" fmla="*/ 553726 w 560550"/>
              <a:gd name="connsiteY5-316" fmla="*/ 448555 h 493591"/>
              <a:gd name="connsiteX6-317" fmla="*/ 557360 w 560550"/>
              <a:gd name="connsiteY6-318" fmla="*/ 480662 h 493591"/>
              <a:gd name="connsiteX7-319" fmla="*/ 557111 w 560550"/>
              <a:gd name="connsiteY7-320" fmla="*/ 481348 h 493591"/>
              <a:gd name="connsiteX8-321" fmla="*/ 527738 w 560550"/>
              <a:gd name="connsiteY8-322" fmla="*/ 493568 h 493591"/>
              <a:gd name="connsiteX9-323" fmla="*/ 496688 w 560550"/>
              <a:gd name="connsiteY9-324" fmla="*/ 492722 h 493591"/>
              <a:gd name="connsiteX10-325" fmla="*/ 275338 w 560550"/>
              <a:gd name="connsiteY10-326" fmla="*/ 480778 h 493591"/>
              <a:gd name="connsiteX11-327" fmla="*/ 266629 w 560550"/>
              <a:gd name="connsiteY11-328" fmla="*/ 479903 h 493591"/>
              <a:gd name="connsiteX12-329" fmla="*/ 40497 w 560550"/>
              <a:gd name="connsiteY12-330" fmla="*/ 492105 h 493591"/>
              <a:gd name="connsiteX13-331" fmla="*/ 32832 w 560550"/>
              <a:gd name="connsiteY13-332" fmla="*/ 492314 h 493591"/>
              <a:gd name="connsiteX14-333" fmla="*/ 3210 w 560550"/>
              <a:gd name="connsiteY14-334" fmla="*/ 479408 h 493591"/>
              <a:gd name="connsiteX15-335" fmla="*/ 2740 w 560550"/>
              <a:gd name="connsiteY15-336" fmla="*/ 478849 h 493591"/>
              <a:gd name="connsiteX16-337" fmla="*/ 6844 w 560550"/>
              <a:gd name="connsiteY16-338" fmla="*/ 447301 h 493591"/>
              <a:gd name="connsiteX17-339" fmla="*/ 23102 w 560550"/>
              <a:gd name="connsiteY17-340" fmla="*/ 420834 h 493591"/>
              <a:gd name="connsiteX18-341" fmla="*/ 149231 w 560550"/>
              <a:gd name="connsiteY18-342" fmla="*/ 228009 h 493591"/>
              <a:gd name="connsiteX19-343" fmla="*/ 251731 w 560550"/>
              <a:gd name="connsiteY19-344" fmla="*/ 26070 h 493591"/>
              <a:gd name="connsiteX20-345" fmla="*/ 255383 w 560550"/>
              <a:gd name="connsiteY20-346" fmla="*/ 19328 h 493591"/>
              <a:gd name="connsiteX21-347" fmla="*/ 281371 w 560550"/>
              <a:gd name="connsiteY21-348" fmla="*/ 127 h 493591"/>
              <a:gd name="connsiteX22-349" fmla="*/ 282090 w 560550"/>
              <a:gd name="connsiteY22-350" fmla="*/ 0 h 493591"/>
              <a:gd name="connsiteX0-351" fmla="*/ 282090 w 560550"/>
              <a:gd name="connsiteY0-352" fmla="*/ 0 h 493591"/>
              <a:gd name="connsiteX1-353" fmla="*/ 307359 w 560550"/>
              <a:gd name="connsiteY1-354" fmla="*/ 19328 h 493591"/>
              <a:gd name="connsiteX2-355" fmla="*/ 322151 w 560550"/>
              <a:gd name="connsiteY2-356" fmla="*/ 46641 h 493591"/>
              <a:gd name="connsiteX3-357" fmla="*/ 426075 w 560550"/>
              <a:gd name="connsiteY3-358" fmla="*/ 252279 h 493591"/>
              <a:gd name="connsiteX4-359" fmla="*/ 549713 w 560550"/>
              <a:gd name="connsiteY4-360" fmla="*/ 442022 h 493591"/>
              <a:gd name="connsiteX5-361" fmla="*/ 553726 w 560550"/>
              <a:gd name="connsiteY5-362" fmla="*/ 448555 h 493591"/>
              <a:gd name="connsiteX6-363" fmla="*/ 557360 w 560550"/>
              <a:gd name="connsiteY6-364" fmla="*/ 480662 h 493591"/>
              <a:gd name="connsiteX7-365" fmla="*/ 557111 w 560550"/>
              <a:gd name="connsiteY7-366" fmla="*/ 481348 h 493591"/>
              <a:gd name="connsiteX8-367" fmla="*/ 527738 w 560550"/>
              <a:gd name="connsiteY8-368" fmla="*/ 493568 h 493591"/>
              <a:gd name="connsiteX9-369" fmla="*/ 496688 w 560550"/>
              <a:gd name="connsiteY9-370" fmla="*/ 492722 h 493591"/>
              <a:gd name="connsiteX10-371" fmla="*/ 266629 w 560550"/>
              <a:gd name="connsiteY10-372" fmla="*/ 479903 h 493591"/>
              <a:gd name="connsiteX11-373" fmla="*/ 40497 w 560550"/>
              <a:gd name="connsiteY11-374" fmla="*/ 492105 h 493591"/>
              <a:gd name="connsiteX12-375" fmla="*/ 32832 w 560550"/>
              <a:gd name="connsiteY12-376" fmla="*/ 492314 h 493591"/>
              <a:gd name="connsiteX13-377" fmla="*/ 3210 w 560550"/>
              <a:gd name="connsiteY13-378" fmla="*/ 479408 h 493591"/>
              <a:gd name="connsiteX14-379" fmla="*/ 2740 w 560550"/>
              <a:gd name="connsiteY14-380" fmla="*/ 478849 h 493591"/>
              <a:gd name="connsiteX15-381" fmla="*/ 6844 w 560550"/>
              <a:gd name="connsiteY15-382" fmla="*/ 447301 h 493591"/>
              <a:gd name="connsiteX16-383" fmla="*/ 23102 w 560550"/>
              <a:gd name="connsiteY16-384" fmla="*/ 420834 h 493591"/>
              <a:gd name="connsiteX17-385" fmla="*/ 149231 w 560550"/>
              <a:gd name="connsiteY17-386" fmla="*/ 228009 h 493591"/>
              <a:gd name="connsiteX18-387" fmla="*/ 251731 w 560550"/>
              <a:gd name="connsiteY18-388" fmla="*/ 26070 h 493591"/>
              <a:gd name="connsiteX19-389" fmla="*/ 255383 w 560550"/>
              <a:gd name="connsiteY19-390" fmla="*/ 19328 h 493591"/>
              <a:gd name="connsiteX20-391" fmla="*/ 281371 w 560550"/>
              <a:gd name="connsiteY20-392" fmla="*/ 127 h 493591"/>
              <a:gd name="connsiteX21-393" fmla="*/ 282090 w 560550"/>
              <a:gd name="connsiteY21-394" fmla="*/ 0 h 493591"/>
              <a:gd name="connsiteX0-395" fmla="*/ 282090 w 560550"/>
              <a:gd name="connsiteY0-396" fmla="*/ 0 h 493591"/>
              <a:gd name="connsiteX1-397" fmla="*/ 307359 w 560550"/>
              <a:gd name="connsiteY1-398" fmla="*/ 19328 h 493591"/>
              <a:gd name="connsiteX2-399" fmla="*/ 322151 w 560550"/>
              <a:gd name="connsiteY2-400" fmla="*/ 46641 h 493591"/>
              <a:gd name="connsiteX3-401" fmla="*/ 426075 w 560550"/>
              <a:gd name="connsiteY3-402" fmla="*/ 252279 h 493591"/>
              <a:gd name="connsiteX4-403" fmla="*/ 549713 w 560550"/>
              <a:gd name="connsiteY4-404" fmla="*/ 442022 h 493591"/>
              <a:gd name="connsiteX5-405" fmla="*/ 553726 w 560550"/>
              <a:gd name="connsiteY5-406" fmla="*/ 448555 h 493591"/>
              <a:gd name="connsiteX6-407" fmla="*/ 557360 w 560550"/>
              <a:gd name="connsiteY6-408" fmla="*/ 480662 h 493591"/>
              <a:gd name="connsiteX7-409" fmla="*/ 557111 w 560550"/>
              <a:gd name="connsiteY7-410" fmla="*/ 481348 h 493591"/>
              <a:gd name="connsiteX8-411" fmla="*/ 527738 w 560550"/>
              <a:gd name="connsiteY8-412" fmla="*/ 493568 h 493591"/>
              <a:gd name="connsiteX9-413" fmla="*/ 496688 w 560550"/>
              <a:gd name="connsiteY9-414" fmla="*/ 492722 h 493591"/>
              <a:gd name="connsiteX10-415" fmla="*/ 266629 w 560550"/>
              <a:gd name="connsiteY10-416" fmla="*/ 479903 h 493591"/>
              <a:gd name="connsiteX11-417" fmla="*/ 40497 w 560550"/>
              <a:gd name="connsiteY11-418" fmla="*/ 492105 h 493591"/>
              <a:gd name="connsiteX12-419" fmla="*/ 32832 w 560550"/>
              <a:gd name="connsiteY12-420" fmla="*/ 492314 h 493591"/>
              <a:gd name="connsiteX13-421" fmla="*/ 3210 w 560550"/>
              <a:gd name="connsiteY13-422" fmla="*/ 479408 h 493591"/>
              <a:gd name="connsiteX14-423" fmla="*/ 2740 w 560550"/>
              <a:gd name="connsiteY14-424" fmla="*/ 478849 h 493591"/>
              <a:gd name="connsiteX15-425" fmla="*/ 6844 w 560550"/>
              <a:gd name="connsiteY15-426" fmla="*/ 447301 h 493591"/>
              <a:gd name="connsiteX16-427" fmla="*/ 23102 w 560550"/>
              <a:gd name="connsiteY16-428" fmla="*/ 420834 h 493591"/>
              <a:gd name="connsiteX17-429" fmla="*/ 149231 w 560550"/>
              <a:gd name="connsiteY17-430" fmla="*/ 228009 h 493591"/>
              <a:gd name="connsiteX18-431" fmla="*/ 251731 w 560550"/>
              <a:gd name="connsiteY18-432" fmla="*/ 26070 h 493591"/>
              <a:gd name="connsiteX19-433" fmla="*/ 255383 w 560550"/>
              <a:gd name="connsiteY19-434" fmla="*/ 19328 h 493591"/>
              <a:gd name="connsiteX20-435" fmla="*/ 281371 w 560550"/>
              <a:gd name="connsiteY20-436" fmla="*/ 127 h 493591"/>
              <a:gd name="connsiteX21-437" fmla="*/ 282090 w 560550"/>
              <a:gd name="connsiteY21-438" fmla="*/ 0 h 49359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33" y="connsiteY16-34"/>
              </a:cxn>
              <a:cxn ang="0">
                <a:pos x="connsiteX17-35" y="connsiteY17-36"/>
              </a:cxn>
              <a:cxn ang="0">
                <a:pos x="connsiteX18-37" y="connsiteY18-38"/>
              </a:cxn>
              <a:cxn ang="0">
                <a:pos x="connsiteX19-39" y="connsiteY19-40"/>
              </a:cxn>
              <a:cxn ang="0">
                <a:pos x="connsiteX20-41" y="connsiteY20-42"/>
              </a:cxn>
              <a:cxn ang="0">
                <a:pos x="connsiteX21-43" y="connsiteY21-44"/>
              </a:cxn>
            </a:cxnLst>
            <a:rect l="l" t="t" r="r" b="b"/>
            <a:pathLst>
              <a:path w="560550" h="493591">
                <a:moveTo>
                  <a:pt x="282090" y="0"/>
                </a:moveTo>
                <a:cubicBezTo>
                  <a:pt x="291235" y="0"/>
                  <a:pt x="300381" y="6443"/>
                  <a:pt x="307359" y="19328"/>
                </a:cubicBezTo>
                <a:lnTo>
                  <a:pt x="322151" y="46641"/>
                </a:lnTo>
                <a:cubicBezTo>
                  <a:pt x="341937" y="85466"/>
                  <a:pt x="388148" y="186382"/>
                  <a:pt x="426075" y="252279"/>
                </a:cubicBezTo>
                <a:cubicBezTo>
                  <a:pt x="464002" y="318176"/>
                  <a:pt x="528438" y="409309"/>
                  <a:pt x="549713" y="442022"/>
                </a:cubicBezTo>
                <a:lnTo>
                  <a:pt x="553726" y="448555"/>
                </a:lnTo>
                <a:cubicBezTo>
                  <a:pt x="561598" y="461368"/>
                  <a:pt x="562451" y="472766"/>
                  <a:pt x="557360" y="480662"/>
                </a:cubicBezTo>
                <a:cubicBezTo>
                  <a:pt x="557347" y="480929"/>
                  <a:pt x="557231" y="481140"/>
                  <a:pt x="557111" y="481348"/>
                </a:cubicBezTo>
                <a:cubicBezTo>
                  <a:pt x="552538" y="489268"/>
                  <a:pt x="542386" y="493968"/>
                  <a:pt x="527738" y="493568"/>
                </a:cubicBezTo>
                <a:lnTo>
                  <a:pt x="496688" y="492722"/>
                </a:lnTo>
                <a:cubicBezTo>
                  <a:pt x="453170" y="490445"/>
                  <a:pt x="342661" y="480006"/>
                  <a:pt x="266629" y="479903"/>
                </a:cubicBezTo>
                <a:cubicBezTo>
                  <a:pt x="190597" y="479800"/>
                  <a:pt x="79463" y="490037"/>
                  <a:pt x="40497" y="492105"/>
                </a:cubicBezTo>
                <a:lnTo>
                  <a:pt x="32832" y="492314"/>
                </a:lnTo>
                <a:cubicBezTo>
                  <a:pt x="17800" y="492724"/>
                  <a:pt x="7502" y="487764"/>
                  <a:pt x="3210" y="479408"/>
                </a:cubicBezTo>
                <a:cubicBezTo>
                  <a:pt x="2985" y="479262"/>
                  <a:pt x="2860" y="479056"/>
                  <a:pt x="2740" y="478849"/>
                </a:cubicBezTo>
                <a:cubicBezTo>
                  <a:pt x="-1833" y="470928"/>
                  <a:pt x="-826" y="459787"/>
                  <a:pt x="6844" y="447301"/>
                </a:cubicBezTo>
                <a:lnTo>
                  <a:pt x="23102" y="420834"/>
                </a:lnTo>
                <a:cubicBezTo>
                  <a:pt x="46833" y="384285"/>
                  <a:pt x="111126" y="293803"/>
                  <a:pt x="149231" y="228009"/>
                </a:cubicBezTo>
                <a:cubicBezTo>
                  <a:pt x="187336" y="162215"/>
                  <a:pt x="234039" y="60850"/>
                  <a:pt x="251731" y="26070"/>
                </a:cubicBezTo>
                <a:lnTo>
                  <a:pt x="255383" y="19328"/>
                </a:lnTo>
                <a:cubicBezTo>
                  <a:pt x="262543" y="6104"/>
                  <a:pt x="271988" y="-334"/>
                  <a:pt x="281371" y="127"/>
                </a:cubicBezTo>
                <a:cubicBezTo>
                  <a:pt x="281609" y="5"/>
                  <a:pt x="281850" y="0"/>
                  <a:pt x="282090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zh-CN" altLang="en-US">
              <a:solidFill>
                <a:srgbClr val="FFFFFF"/>
              </a:solidFill>
              <a:latin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18" name="KSO_Shape"/>
          <p:cNvSpPr/>
          <p:nvPr>
            <p:custDataLst>
              <p:tags r:id="rId16"/>
            </p:custDataLst>
          </p:nvPr>
        </p:nvSpPr>
        <p:spPr>
          <a:xfrm rot="3136532" flipH="1" flipV="1">
            <a:off x="1889919" y="4079081"/>
            <a:ext cx="193675" cy="169863"/>
          </a:xfrm>
          <a:custGeom>
            <a:avLst/>
            <a:gdLst>
              <a:gd name="connsiteX0" fmla="*/ 282090 w 560550"/>
              <a:gd name="connsiteY0" fmla="*/ 0 h 493591"/>
              <a:gd name="connsiteX1" fmla="*/ 307359 w 560550"/>
              <a:gd name="connsiteY1" fmla="*/ 19328 h 493591"/>
              <a:gd name="connsiteX2" fmla="*/ 322151 w 560550"/>
              <a:gd name="connsiteY2" fmla="*/ 46641 h 493591"/>
              <a:gd name="connsiteX3" fmla="*/ 422483 w 560550"/>
              <a:gd name="connsiteY3" fmla="*/ 244308 h 493591"/>
              <a:gd name="connsiteX4" fmla="*/ 421839 w 560550"/>
              <a:gd name="connsiteY4" fmla="*/ 243943 h 493591"/>
              <a:gd name="connsiteX5" fmla="*/ 426075 w 560550"/>
              <a:gd name="connsiteY5" fmla="*/ 252279 h 493591"/>
              <a:gd name="connsiteX6" fmla="*/ 549713 w 560550"/>
              <a:gd name="connsiteY6" fmla="*/ 442022 h 493591"/>
              <a:gd name="connsiteX7" fmla="*/ 553726 w 560550"/>
              <a:gd name="connsiteY7" fmla="*/ 448555 h 493591"/>
              <a:gd name="connsiteX8" fmla="*/ 557360 w 560550"/>
              <a:gd name="connsiteY8" fmla="*/ 480662 h 493591"/>
              <a:gd name="connsiteX9" fmla="*/ 557111 w 560550"/>
              <a:gd name="connsiteY9" fmla="*/ 481348 h 493591"/>
              <a:gd name="connsiteX10" fmla="*/ 527738 w 560550"/>
              <a:gd name="connsiteY10" fmla="*/ 493568 h 493591"/>
              <a:gd name="connsiteX11" fmla="*/ 496688 w 560550"/>
              <a:gd name="connsiteY11" fmla="*/ 492722 h 493591"/>
              <a:gd name="connsiteX12" fmla="*/ 275338 w 560550"/>
              <a:gd name="connsiteY12" fmla="*/ 480778 h 493591"/>
              <a:gd name="connsiteX13" fmla="*/ 275975 w 560550"/>
              <a:gd name="connsiteY13" fmla="*/ 480403 h 493591"/>
              <a:gd name="connsiteX14" fmla="*/ 266629 w 560550"/>
              <a:gd name="connsiteY14" fmla="*/ 479903 h 493591"/>
              <a:gd name="connsiteX15" fmla="*/ 40497 w 560550"/>
              <a:gd name="connsiteY15" fmla="*/ 492105 h 493591"/>
              <a:gd name="connsiteX16" fmla="*/ 32832 w 560550"/>
              <a:gd name="connsiteY16" fmla="*/ 492314 h 493591"/>
              <a:gd name="connsiteX17" fmla="*/ 3210 w 560550"/>
              <a:gd name="connsiteY17" fmla="*/ 479408 h 493591"/>
              <a:gd name="connsiteX18" fmla="*/ 2740 w 560550"/>
              <a:gd name="connsiteY18" fmla="*/ 478849 h 493591"/>
              <a:gd name="connsiteX19" fmla="*/ 6844 w 560550"/>
              <a:gd name="connsiteY19" fmla="*/ 447301 h 493591"/>
              <a:gd name="connsiteX20" fmla="*/ 23102 w 560550"/>
              <a:gd name="connsiteY20" fmla="*/ 420834 h 493591"/>
              <a:gd name="connsiteX21" fmla="*/ 144121 w 560550"/>
              <a:gd name="connsiteY21" fmla="*/ 235111 h 493591"/>
              <a:gd name="connsiteX22" fmla="*/ 144127 w 560550"/>
              <a:gd name="connsiteY22" fmla="*/ 235851 h 493591"/>
              <a:gd name="connsiteX23" fmla="*/ 149231 w 560550"/>
              <a:gd name="connsiteY23" fmla="*/ 228009 h 493591"/>
              <a:gd name="connsiteX24" fmla="*/ 251731 w 560550"/>
              <a:gd name="connsiteY24" fmla="*/ 26070 h 493591"/>
              <a:gd name="connsiteX25" fmla="*/ 255383 w 560550"/>
              <a:gd name="connsiteY25" fmla="*/ 19328 h 493591"/>
              <a:gd name="connsiteX26" fmla="*/ 281371 w 560550"/>
              <a:gd name="connsiteY26" fmla="*/ 127 h 493591"/>
              <a:gd name="connsiteX27" fmla="*/ 282090 w 560550"/>
              <a:gd name="connsiteY27" fmla="*/ 0 h 493591"/>
              <a:gd name="connsiteX0-1" fmla="*/ 282090 w 560550"/>
              <a:gd name="connsiteY0-2" fmla="*/ 0 h 493591"/>
              <a:gd name="connsiteX1-3" fmla="*/ 307359 w 560550"/>
              <a:gd name="connsiteY1-4" fmla="*/ 19328 h 493591"/>
              <a:gd name="connsiteX2-5" fmla="*/ 322151 w 560550"/>
              <a:gd name="connsiteY2-6" fmla="*/ 46641 h 493591"/>
              <a:gd name="connsiteX3-7" fmla="*/ 422483 w 560550"/>
              <a:gd name="connsiteY3-8" fmla="*/ 244308 h 493591"/>
              <a:gd name="connsiteX4-9" fmla="*/ 426075 w 560550"/>
              <a:gd name="connsiteY4-10" fmla="*/ 252279 h 493591"/>
              <a:gd name="connsiteX5-11" fmla="*/ 549713 w 560550"/>
              <a:gd name="connsiteY5-12" fmla="*/ 442022 h 493591"/>
              <a:gd name="connsiteX6-13" fmla="*/ 553726 w 560550"/>
              <a:gd name="connsiteY6-14" fmla="*/ 448555 h 493591"/>
              <a:gd name="connsiteX7-15" fmla="*/ 557360 w 560550"/>
              <a:gd name="connsiteY7-16" fmla="*/ 480662 h 493591"/>
              <a:gd name="connsiteX8-17" fmla="*/ 557111 w 560550"/>
              <a:gd name="connsiteY8-18" fmla="*/ 481348 h 493591"/>
              <a:gd name="connsiteX9-19" fmla="*/ 527738 w 560550"/>
              <a:gd name="connsiteY9-20" fmla="*/ 493568 h 493591"/>
              <a:gd name="connsiteX10-21" fmla="*/ 496688 w 560550"/>
              <a:gd name="connsiteY10-22" fmla="*/ 492722 h 493591"/>
              <a:gd name="connsiteX11-23" fmla="*/ 275338 w 560550"/>
              <a:gd name="connsiteY11-24" fmla="*/ 480778 h 493591"/>
              <a:gd name="connsiteX12-25" fmla="*/ 275975 w 560550"/>
              <a:gd name="connsiteY12-26" fmla="*/ 480403 h 493591"/>
              <a:gd name="connsiteX13-27" fmla="*/ 266629 w 560550"/>
              <a:gd name="connsiteY13-28" fmla="*/ 479903 h 493591"/>
              <a:gd name="connsiteX14-29" fmla="*/ 40497 w 560550"/>
              <a:gd name="connsiteY14-30" fmla="*/ 492105 h 493591"/>
              <a:gd name="connsiteX15-31" fmla="*/ 32832 w 560550"/>
              <a:gd name="connsiteY15-32" fmla="*/ 492314 h 493591"/>
              <a:gd name="connsiteX16-33" fmla="*/ 3210 w 560550"/>
              <a:gd name="connsiteY16-34" fmla="*/ 479408 h 493591"/>
              <a:gd name="connsiteX17-35" fmla="*/ 2740 w 560550"/>
              <a:gd name="connsiteY17-36" fmla="*/ 478849 h 493591"/>
              <a:gd name="connsiteX18-37" fmla="*/ 6844 w 560550"/>
              <a:gd name="connsiteY18-38" fmla="*/ 447301 h 493591"/>
              <a:gd name="connsiteX19-39" fmla="*/ 23102 w 560550"/>
              <a:gd name="connsiteY19-40" fmla="*/ 420834 h 493591"/>
              <a:gd name="connsiteX20-41" fmla="*/ 144121 w 560550"/>
              <a:gd name="connsiteY20-42" fmla="*/ 235111 h 493591"/>
              <a:gd name="connsiteX21-43" fmla="*/ 144127 w 560550"/>
              <a:gd name="connsiteY21-44" fmla="*/ 235851 h 493591"/>
              <a:gd name="connsiteX22-45" fmla="*/ 149231 w 560550"/>
              <a:gd name="connsiteY22-46" fmla="*/ 228009 h 493591"/>
              <a:gd name="connsiteX23-47" fmla="*/ 251731 w 560550"/>
              <a:gd name="connsiteY23-48" fmla="*/ 26070 h 493591"/>
              <a:gd name="connsiteX24-49" fmla="*/ 255383 w 560550"/>
              <a:gd name="connsiteY24-50" fmla="*/ 19328 h 493591"/>
              <a:gd name="connsiteX25-51" fmla="*/ 281371 w 560550"/>
              <a:gd name="connsiteY25-52" fmla="*/ 127 h 493591"/>
              <a:gd name="connsiteX26-53" fmla="*/ 282090 w 560550"/>
              <a:gd name="connsiteY26-54" fmla="*/ 0 h 493591"/>
              <a:gd name="connsiteX0-55" fmla="*/ 282090 w 560550"/>
              <a:gd name="connsiteY0-56" fmla="*/ 0 h 493591"/>
              <a:gd name="connsiteX1-57" fmla="*/ 307359 w 560550"/>
              <a:gd name="connsiteY1-58" fmla="*/ 19328 h 493591"/>
              <a:gd name="connsiteX2-59" fmla="*/ 322151 w 560550"/>
              <a:gd name="connsiteY2-60" fmla="*/ 46641 h 493591"/>
              <a:gd name="connsiteX3-61" fmla="*/ 426075 w 560550"/>
              <a:gd name="connsiteY3-62" fmla="*/ 252279 h 493591"/>
              <a:gd name="connsiteX4-63" fmla="*/ 549713 w 560550"/>
              <a:gd name="connsiteY4-64" fmla="*/ 442022 h 493591"/>
              <a:gd name="connsiteX5-65" fmla="*/ 553726 w 560550"/>
              <a:gd name="connsiteY5-66" fmla="*/ 448555 h 493591"/>
              <a:gd name="connsiteX6-67" fmla="*/ 557360 w 560550"/>
              <a:gd name="connsiteY6-68" fmla="*/ 480662 h 493591"/>
              <a:gd name="connsiteX7-69" fmla="*/ 557111 w 560550"/>
              <a:gd name="connsiteY7-70" fmla="*/ 481348 h 493591"/>
              <a:gd name="connsiteX8-71" fmla="*/ 527738 w 560550"/>
              <a:gd name="connsiteY8-72" fmla="*/ 493568 h 493591"/>
              <a:gd name="connsiteX9-73" fmla="*/ 496688 w 560550"/>
              <a:gd name="connsiteY9-74" fmla="*/ 492722 h 493591"/>
              <a:gd name="connsiteX10-75" fmla="*/ 275338 w 560550"/>
              <a:gd name="connsiteY10-76" fmla="*/ 480778 h 493591"/>
              <a:gd name="connsiteX11-77" fmla="*/ 275975 w 560550"/>
              <a:gd name="connsiteY11-78" fmla="*/ 480403 h 493591"/>
              <a:gd name="connsiteX12-79" fmla="*/ 266629 w 560550"/>
              <a:gd name="connsiteY12-80" fmla="*/ 479903 h 493591"/>
              <a:gd name="connsiteX13-81" fmla="*/ 40497 w 560550"/>
              <a:gd name="connsiteY13-82" fmla="*/ 492105 h 493591"/>
              <a:gd name="connsiteX14-83" fmla="*/ 32832 w 560550"/>
              <a:gd name="connsiteY14-84" fmla="*/ 492314 h 493591"/>
              <a:gd name="connsiteX15-85" fmla="*/ 3210 w 560550"/>
              <a:gd name="connsiteY15-86" fmla="*/ 479408 h 493591"/>
              <a:gd name="connsiteX16-87" fmla="*/ 2740 w 560550"/>
              <a:gd name="connsiteY16-88" fmla="*/ 478849 h 493591"/>
              <a:gd name="connsiteX17-89" fmla="*/ 6844 w 560550"/>
              <a:gd name="connsiteY17-90" fmla="*/ 447301 h 493591"/>
              <a:gd name="connsiteX18-91" fmla="*/ 23102 w 560550"/>
              <a:gd name="connsiteY18-92" fmla="*/ 420834 h 493591"/>
              <a:gd name="connsiteX19-93" fmla="*/ 144121 w 560550"/>
              <a:gd name="connsiteY19-94" fmla="*/ 235111 h 493591"/>
              <a:gd name="connsiteX20-95" fmla="*/ 144127 w 560550"/>
              <a:gd name="connsiteY20-96" fmla="*/ 235851 h 493591"/>
              <a:gd name="connsiteX21-97" fmla="*/ 149231 w 560550"/>
              <a:gd name="connsiteY21-98" fmla="*/ 228009 h 493591"/>
              <a:gd name="connsiteX22-99" fmla="*/ 251731 w 560550"/>
              <a:gd name="connsiteY22-100" fmla="*/ 26070 h 493591"/>
              <a:gd name="connsiteX23-101" fmla="*/ 255383 w 560550"/>
              <a:gd name="connsiteY23-102" fmla="*/ 19328 h 493591"/>
              <a:gd name="connsiteX24-103" fmla="*/ 281371 w 560550"/>
              <a:gd name="connsiteY24-104" fmla="*/ 127 h 493591"/>
              <a:gd name="connsiteX25-105" fmla="*/ 282090 w 560550"/>
              <a:gd name="connsiteY25-106" fmla="*/ 0 h 493591"/>
              <a:gd name="connsiteX0-107" fmla="*/ 282090 w 560550"/>
              <a:gd name="connsiteY0-108" fmla="*/ 0 h 493591"/>
              <a:gd name="connsiteX1-109" fmla="*/ 307359 w 560550"/>
              <a:gd name="connsiteY1-110" fmla="*/ 19328 h 493591"/>
              <a:gd name="connsiteX2-111" fmla="*/ 322151 w 560550"/>
              <a:gd name="connsiteY2-112" fmla="*/ 46641 h 493591"/>
              <a:gd name="connsiteX3-113" fmla="*/ 426075 w 560550"/>
              <a:gd name="connsiteY3-114" fmla="*/ 252279 h 493591"/>
              <a:gd name="connsiteX4-115" fmla="*/ 549713 w 560550"/>
              <a:gd name="connsiteY4-116" fmla="*/ 442022 h 493591"/>
              <a:gd name="connsiteX5-117" fmla="*/ 553726 w 560550"/>
              <a:gd name="connsiteY5-118" fmla="*/ 448555 h 493591"/>
              <a:gd name="connsiteX6-119" fmla="*/ 557360 w 560550"/>
              <a:gd name="connsiteY6-120" fmla="*/ 480662 h 493591"/>
              <a:gd name="connsiteX7-121" fmla="*/ 557111 w 560550"/>
              <a:gd name="connsiteY7-122" fmla="*/ 481348 h 493591"/>
              <a:gd name="connsiteX8-123" fmla="*/ 527738 w 560550"/>
              <a:gd name="connsiteY8-124" fmla="*/ 493568 h 493591"/>
              <a:gd name="connsiteX9-125" fmla="*/ 496688 w 560550"/>
              <a:gd name="connsiteY9-126" fmla="*/ 492722 h 493591"/>
              <a:gd name="connsiteX10-127" fmla="*/ 275338 w 560550"/>
              <a:gd name="connsiteY10-128" fmla="*/ 480778 h 493591"/>
              <a:gd name="connsiteX11-129" fmla="*/ 275975 w 560550"/>
              <a:gd name="connsiteY11-130" fmla="*/ 480403 h 493591"/>
              <a:gd name="connsiteX12-131" fmla="*/ 266629 w 560550"/>
              <a:gd name="connsiteY12-132" fmla="*/ 479903 h 493591"/>
              <a:gd name="connsiteX13-133" fmla="*/ 40497 w 560550"/>
              <a:gd name="connsiteY13-134" fmla="*/ 492105 h 493591"/>
              <a:gd name="connsiteX14-135" fmla="*/ 32832 w 560550"/>
              <a:gd name="connsiteY14-136" fmla="*/ 492314 h 493591"/>
              <a:gd name="connsiteX15-137" fmla="*/ 3210 w 560550"/>
              <a:gd name="connsiteY15-138" fmla="*/ 479408 h 493591"/>
              <a:gd name="connsiteX16-139" fmla="*/ 2740 w 560550"/>
              <a:gd name="connsiteY16-140" fmla="*/ 478849 h 493591"/>
              <a:gd name="connsiteX17-141" fmla="*/ 6844 w 560550"/>
              <a:gd name="connsiteY17-142" fmla="*/ 447301 h 493591"/>
              <a:gd name="connsiteX18-143" fmla="*/ 23102 w 560550"/>
              <a:gd name="connsiteY18-144" fmla="*/ 420834 h 493591"/>
              <a:gd name="connsiteX19-145" fmla="*/ 144121 w 560550"/>
              <a:gd name="connsiteY19-146" fmla="*/ 235111 h 493591"/>
              <a:gd name="connsiteX20-147" fmla="*/ 144127 w 560550"/>
              <a:gd name="connsiteY20-148" fmla="*/ 235851 h 493591"/>
              <a:gd name="connsiteX21-149" fmla="*/ 149231 w 560550"/>
              <a:gd name="connsiteY21-150" fmla="*/ 228009 h 493591"/>
              <a:gd name="connsiteX22-151" fmla="*/ 251731 w 560550"/>
              <a:gd name="connsiteY22-152" fmla="*/ 26070 h 493591"/>
              <a:gd name="connsiteX23-153" fmla="*/ 255383 w 560550"/>
              <a:gd name="connsiteY23-154" fmla="*/ 19328 h 493591"/>
              <a:gd name="connsiteX24-155" fmla="*/ 281371 w 560550"/>
              <a:gd name="connsiteY24-156" fmla="*/ 127 h 493591"/>
              <a:gd name="connsiteX25-157" fmla="*/ 282090 w 560550"/>
              <a:gd name="connsiteY25-158" fmla="*/ 0 h 493591"/>
              <a:gd name="connsiteX0-159" fmla="*/ 282090 w 560550"/>
              <a:gd name="connsiteY0-160" fmla="*/ 0 h 493591"/>
              <a:gd name="connsiteX1-161" fmla="*/ 307359 w 560550"/>
              <a:gd name="connsiteY1-162" fmla="*/ 19328 h 493591"/>
              <a:gd name="connsiteX2-163" fmla="*/ 322151 w 560550"/>
              <a:gd name="connsiteY2-164" fmla="*/ 46641 h 493591"/>
              <a:gd name="connsiteX3-165" fmla="*/ 426075 w 560550"/>
              <a:gd name="connsiteY3-166" fmla="*/ 252279 h 493591"/>
              <a:gd name="connsiteX4-167" fmla="*/ 549713 w 560550"/>
              <a:gd name="connsiteY4-168" fmla="*/ 442022 h 493591"/>
              <a:gd name="connsiteX5-169" fmla="*/ 553726 w 560550"/>
              <a:gd name="connsiteY5-170" fmla="*/ 448555 h 493591"/>
              <a:gd name="connsiteX6-171" fmla="*/ 557360 w 560550"/>
              <a:gd name="connsiteY6-172" fmla="*/ 480662 h 493591"/>
              <a:gd name="connsiteX7-173" fmla="*/ 557111 w 560550"/>
              <a:gd name="connsiteY7-174" fmla="*/ 481348 h 493591"/>
              <a:gd name="connsiteX8-175" fmla="*/ 527738 w 560550"/>
              <a:gd name="connsiteY8-176" fmla="*/ 493568 h 493591"/>
              <a:gd name="connsiteX9-177" fmla="*/ 496688 w 560550"/>
              <a:gd name="connsiteY9-178" fmla="*/ 492722 h 493591"/>
              <a:gd name="connsiteX10-179" fmla="*/ 275338 w 560550"/>
              <a:gd name="connsiteY10-180" fmla="*/ 480778 h 493591"/>
              <a:gd name="connsiteX11-181" fmla="*/ 275975 w 560550"/>
              <a:gd name="connsiteY11-182" fmla="*/ 480403 h 493591"/>
              <a:gd name="connsiteX12-183" fmla="*/ 266629 w 560550"/>
              <a:gd name="connsiteY12-184" fmla="*/ 479903 h 493591"/>
              <a:gd name="connsiteX13-185" fmla="*/ 40497 w 560550"/>
              <a:gd name="connsiteY13-186" fmla="*/ 492105 h 493591"/>
              <a:gd name="connsiteX14-187" fmla="*/ 32832 w 560550"/>
              <a:gd name="connsiteY14-188" fmla="*/ 492314 h 493591"/>
              <a:gd name="connsiteX15-189" fmla="*/ 3210 w 560550"/>
              <a:gd name="connsiteY15-190" fmla="*/ 479408 h 493591"/>
              <a:gd name="connsiteX16-191" fmla="*/ 2740 w 560550"/>
              <a:gd name="connsiteY16-192" fmla="*/ 478849 h 493591"/>
              <a:gd name="connsiteX17-193" fmla="*/ 6844 w 560550"/>
              <a:gd name="connsiteY17-194" fmla="*/ 447301 h 493591"/>
              <a:gd name="connsiteX18-195" fmla="*/ 23102 w 560550"/>
              <a:gd name="connsiteY18-196" fmla="*/ 420834 h 493591"/>
              <a:gd name="connsiteX19-197" fmla="*/ 144121 w 560550"/>
              <a:gd name="connsiteY19-198" fmla="*/ 235111 h 493591"/>
              <a:gd name="connsiteX20-199" fmla="*/ 149231 w 560550"/>
              <a:gd name="connsiteY20-200" fmla="*/ 228009 h 493591"/>
              <a:gd name="connsiteX21-201" fmla="*/ 251731 w 560550"/>
              <a:gd name="connsiteY21-202" fmla="*/ 26070 h 493591"/>
              <a:gd name="connsiteX22-203" fmla="*/ 255383 w 560550"/>
              <a:gd name="connsiteY22-204" fmla="*/ 19328 h 493591"/>
              <a:gd name="connsiteX23-205" fmla="*/ 281371 w 560550"/>
              <a:gd name="connsiteY23-206" fmla="*/ 127 h 493591"/>
              <a:gd name="connsiteX24-207" fmla="*/ 282090 w 560550"/>
              <a:gd name="connsiteY24-208" fmla="*/ 0 h 493591"/>
              <a:gd name="connsiteX0-209" fmla="*/ 282090 w 560550"/>
              <a:gd name="connsiteY0-210" fmla="*/ 0 h 493591"/>
              <a:gd name="connsiteX1-211" fmla="*/ 307359 w 560550"/>
              <a:gd name="connsiteY1-212" fmla="*/ 19328 h 493591"/>
              <a:gd name="connsiteX2-213" fmla="*/ 322151 w 560550"/>
              <a:gd name="connsiteY2-214" fmla="*/ 46641 h 493591"/>
              <a:gd name="connsiteX3-215" fmla="*/ 426075 w 560550"/>
              <a:gd name="connsiteY3-216" fmla="*/ 252279 h 493591"/>
              <a:gd name="connsiteX4-217" fmla="*/ 549713 w 560550"/>
              <a:gd name="connsiteY4-218" fmla="*/ 442022 h 493591"/>
              <a:gd name="connsiteX5-219" fmla="*/ 553726 w 560550"/>
              <a:gd name="connsiteY5-220" fmla="*/ 448555 h 493591"/>
              <a:gd name="connsiteX6-221" fmla="*/ 557360 w 560550"/>
              <a:gd name="connsiteY6-222" fmla="*/ 480662 h 493591"/>
              <a:gd name="connsiteX7-223" fmla="*/ 557111 w 560550"/>
              <a:gd name="connsiteY7-224" fmla="*/ 481348 h 493591"/>
              <a:gd name="connsiteX8-225" fmla="*/ 527738 w 560550"/>
              <a:gd name="connsiteY8-226" fmla="*/ 493568 h 493591"/>
              <a:gd name="connsiteX9-227" fmla="*/ 496688 w 560550"/>
              <a:gd name="connsiteY9-228" fmla="*/ 492722 h 493591"/>
              <a:gd name="connsiteX10-229" fmla="*/ 275338 w 560550"/>
              <a:gd name="connsiteY10-230" fmla="*/ 480778 h 493591"/>
              <a:gd name="connsiteX11-231" fmla="*/ 275975 w 560550"/>
              <a:gd name="connsiteY11-232" fmla="*/ 480403 h 493591"/>
              <a:gd name="connsiteX12-233" fmla="*/ 266629 w 560550"/>
              <a:gd name="connsiteY12-234" fmla="*/ 479903 h 493591"/>
              <a:gd name="connsiteX13-235" fmla="*/ 40497 w 560550"/>
              <a:gd name="connsiteY13-236" fmla="*/ 492105 h 493591"/>
              <a:gd name="connsiteX14-237" fmla="*/ 32832 w 560550"/>
              <a:gd name="connsiteY14-238" fmla="*/ 492314 h 493591"/>
              <a:gd name="connsiteX15-239" fmla="*/ 3210 w 560550"/>
              <a:gd name="connsiteY15-240" fmla="*/ 479408 h 493591"/>
              <a:gd name="connsiteX16-241" fmla="*/ 2740 w 560550"/>
              <a:gd name="connsiteY16-242" fmla="*/ 478849 h 493591"/>
              <a:gd name="connsiteX17-243" fmla="*/ 6844 w 560550"/>
              <a:gd name="connsiteY17-244" fmla="*/ 447301 h 493591"/>
              <a:gd name="connsiteX18-245" fmla="*/ 23102 w 560550"/>
              <a:gd name="connsiteY18-246" fmla="*/ 420834 h 493591"/>
              <a:gd name="connsiteX19-247" fmla="*/ 149231 w 560550"/>
              <a:gd name="connsiteY19-248" fmla="*/ 228009 h 493591"/>
              <a:gd name="connsiteX20-249" fmla="*/ 251731 w 560550"/>
              <a:gd name="connsiteY20-250" fmla="*/ 26070 h 493591"/>
              <a:gd name="connsiteX21-251" fmla="*/ 255383 w 560550"/>
              <a:gd name="connsiteY21-252" fmla="*/ 19328 h 493591"/>
              <a:gd name="connsiteX22-253" fmla="*/ 281371 w 560550"/>
              <a:gd name="connsiteY22-254" fmla="*/ 127 h 493591"/>
              <a:gd name="connsiteX23-255" fmla="*/ 282090 w 560550"/>
              <a:gd name="connsiteY23-256" fmla="*/ 0 h 493591"/>
              <a:gd name="connsiteX0-257" fmla="*/ 282090 w 560550"/>
              <a:gd name="connsiteY0-258" fmla="*/ 0 h 493591"/>
              <a:gd name="connsiteX1-259" fmla="*/ 307359 w 560550"/>
              <a:gd name="connsiteY1-260" fmla="*/ 19328 h 493591"/>
              <a:gd name="connsiteX2-261" fmla="*/ 322151 w 560550"/>
              <a:gd name="connsiteY2-262" fmla="*/ 46641 h 493591"/>
              <a:gd name="connsiteX3-263" fmla="*/ 426075 w 560550"/>
              <a:gd name="connsiteY3-264" fmla="*/ 252279 h 493591"/>
              <a:gd name="connsiteX4-265" fmla="*/ 549713 w 560550"/>
              <a:gd name="connsiteY4-266" fmla="*/ 442022 h 493591"/>
              <a:gd name="connsiteX5-267" fmla="*/ 553726 w 560550"/>
              <a:gd name="connsiteY5-268" fmla="*/ 448555 h 493591"/>
              <a:gd name="connsiteX6-269" fmla="*/ 557360 w 560550"/>
              <a:gd name="connsiteY6-270" fmla="*/ 480662 h 493591"/>
              <a:gd name="connsiteX7-271" fmla="*/ 557111 w 560550"/>
              <a:gd name="connsiteY7-272" fmla="*/ 481348 h 493591"/>
              <a:gd name="connsiteX8-273" fmla="*/ 527738 w 560550"/>
              <a:gd name="connsiteY8-274" fmla="*/ 493568 h 493591"/>
              <a:gd name="connsiteX9-275" fmla="*/ 496688 w 560550"/>
              <a:gd name="connsiteY9-276" fmla="*/ 492722 h 493591"/>
              <a:gd name="connsiteX10-277" fmla="*/ 275338 w 560550"/>
              <a:gd name="connsiteY10-278" fmla="*/ 480778 h 493591"/>
              <a:gd name="connsiteX11-279" fmla="*/ 275975 w 560550"/>
              <a:gd name="connsiteY11-280" fmla="*/ 480403 h 493591"/>
              <a:gd name="connsiteX12-281" fmla="*/ 266629 w 560550"/>
              <a:gd name="connsiteY12-282" fmla="*/ 479903 h 493591"/>
              <a:gd name="connsiteX13-283" fmla="*/ 40497 w 560550"/>
              <a:gd name="connsiteY13-284" fmla="*/ 492105 h 493591"/>
              <a:gd name="connsiteX14-285" fmla="*/ 32832 w 560550"/>
              <a:gd name="connsiteY14-286" fmla="*/ 492314 h 493591"/>
              <a:gd name="connsiteX15-287" fmla="*/ 3210 w 560550"/>
              <a:gd name="connsiteY15-288" fmla="*/ 479408 h 493591"/>
              <a:gd name="connsiteX16-289" fmla="*/ 2740 w 560550"/>
              <a:gd name="connsiteY16-290" fmla="*/ 478849 h 493591"/>
              <a:gd name="connsiteX17-291" fmla="*/ 6844 w 560550"/>
              <a:gd name="connsiteY17-292" fmla="*/ 447301 h 493591"/>
              <a:gd name="connsiteX18-293" fmla="*/ 23102 w 560550"/>
              <a:gd name="connsiteY18-294" fmla="*/ 420834 h 493591"/>
              <a:gd name="connsiteX19-295" fmla="*/ 149231 w 560550"/>
              <a:gd name="connsiteY19-296" fmla="*/ 228009 h 493591"/>
              <a:gd name="connsiteX20-297" fmla="*/ 251731 w 560550"/>
              <a:gd name="connsiteY20-298" fmla="*/ 26070 h 493591"/>
              <a:gd name="connsiteX21-299" fmla="*/ 255383 w 560550"/>
              <a:gd name="connsiteY21-300" fmla="*/ 19328 h 493591"/>
              <a:gd name="connsiteX22-301" fmla="*/ 281371 w 560550"/>
              <a:gd name="connsiteY22-302" fmla="*/ 127 h 493591"/>
              <a:gd name="connsiteX23-303" fmla="*/ 282090 w 560550"/>
              <a:gd name="connsiteY23-304" fmla="*/ 0 h 493591"/>
              <a:gd name="connsiteX0-305" fmla="*/ 282090 w 560550"/>
              <a:gd name="connsiteY0-306" fmla="*/ 0 h 493591"/>
              <a:gd name="connsiteX1-307" fmla="*/ 307359 w 560550"/>
              <a:gd name="connsiteY1-308" fmla="*/ 19328 h 493591"/>
              <a:gd name="connsiteX2-309" fmla="*/ 322151 w 560550"/>
              <a:gd name="connsiteY2-310" fmla="*/ 46641 h 493591"/>
              <a:gd name="connsiteX3-311" fmla="*/ 426075 w 560550"/>
              <a:gd name="connsiteY3-312" fmla="*/ 252279 h 493591"/>
              <a:gd name="connsiteX4-313" fmla="*/ 549713 w 560550"/>
              <a:gd name="connsiteY4-314" fmla="*/ 442022 h 493591"/>
              <a:gd name="connsiteX5-315" fmla="*/ 553726 w 560550"/>
              <a:gd name="connsiteY5-316" fmla="*/ 448555 h 493591"/>
              <a:gd name="connsiteX6-317" fmla="*/ 557360 w 560550"/>
              <a:gd name="connsiteY6-318" fmla="*/ 480662 h 493591"/>
              <a:gd name="connsiteX7-319" fmla="*/ 557111 w 560550"/>
              <a:gd name="connsiteY7-320" fmla="*/ 481348 h 493591"/>
              <a:gd name="connsiteX8-321" fmla="*/ 527738 w 560550"/>
              <a:gd name="connsiteY8-322" fmla="*/ 493568 h 493591"/>
              <a:gd name="connsiteX9-323" fmla="*/ 496688 w 560550"/>
              <a:gd name="connsiteY9-324" fmla="*/ 492722 h 493591"/>
              <a:gd name="connsiteX10-325" fmla="*/ 275338 w 560550"/>
              <a:gd name="connsiteY10-326" fmla="*/ 480778 h 493591"/>
              <a:gd name="connsiteX11-327" fmla="*/ 266629 w 560550"/>
              <a:gd name="connsiteY11-328" fmla="*/ 479903 h 493591"/>
              <a:gd name="connsiteX12-329" fmla="*/ 40497 w 560550"/>
              <a:gd name="connsiteY12-330" fmla="*/ 492105 h 493591"/>
              <a:gd name="connsiteX13-331" fmla="*/ 32832 w 560550"/>
              <a:gd name="connsiteY13-332" fmla="*/ 492314 h 493591"/>
              <a:gd name="connsiteX14-333" fmla="*/ 3210 w 560550"/>
              <a:gd name="connsiteY14-334" fmla="*/ 479408 h 493591"/>
              <a:gd name="connsiteX15-335" fmla="*/ 2740 w 560550"/>
              <a:gd name="connsiteY15-336" fmla="*/ 478849 h 493591"/>
              <a:gd name="connsiteX16-337" fmla="*/ 6844 w 560550"/>
              <a:gd name="connsiteY16-338" fmla="*/ 447301 h 493591"/>
              <a:gd name="connsiteX17-339" fmla="*/ 23102 w 560550"/>
              <a:gd name="connsiteY17-340" fmla="*/ 420834 h 493591"/>
              <a:gd name="connsiteX18-341" fmla="*/ 149231 w 560550"/>
              <a:gd name="connsiteY18-342" fmla="*/ 228009 h 493591"/>
              <a:gd name="connsiteX19-343" fmla="*/ 251731 w 560550"/>
              <a:gd name="connsiteY19-344" fmla="*/ 26070 h 493591"/>
              <a:gd name="connsiteX20-345" fmla="*/ 255383 w 560550"/>
              <a:gd name="connsiteY20-346" fmla="*/ 19328 h 493591"/>
              <a:gd name="connsiteX21-347" fmla="*/ 281371 w 560550"/>
              <a:gd name="connsiteY21-348" fmla="*/ 127 h 493591"/>
              <a:gd name="connsiteX22-349" fmla="*/ 282090 w 560550"/>
              <a:gd name="connsiteY22-350" fmla="*/ 0 h 493591"/>
              <a:gd name="connsiteX0-351" fmla="*/ 282090 w 560550"/>
              <a:gd name="connsiteY0-352" fmla="*/ 0 h 493591"/>
              <a:gd name="connsiteX1-353" fmla="*/ 307359 w 560550"/>
              <a:gd name="connsiteY1-354" fmla="*/ 19328 h 493591"/>
              <a:gd name="connsiteX2-355" fmla="*/ 322151 w 560550"/>
              <a:gd name="connsiteY2-356" fmla="*/ 46641 h 493591"/>
              <a:gd name="connsiteX3-357" fmla="*/ 426075 w 560550"/>
              <a:gd name="connsiteY3-358" fmla="*/ 252279 h 493591"/>
              <a:gd name="connsiteX4-359" fmla="*/ 549713 w 560550"/>
              <a:gd name="connsiteY4-360" fmla="*/ 442022 h 493591"/>
              <a:gd name="connsiteX5-361" fmla="*/ 553726 w 560550"/>
              <a:gd name="connsiteY5-362" fmla="*/ 448555 h 493591"/>
              <a:gd name="connsiteX6-363" fmla="*/ 557360 w 560550"/>
              <a:gd name="connsiteY6-364" fmla="*/ 480662 h 493591"/>
              <a:gd name="connsiteX7-365" fmla="*/ 557111 w 560550"/>
              <a:gd name="connsiteY7-366" fmla="*/ 481348 h 493591"/>
              <a:gd name="connsiteX8-367" fmla="*/ 527738 w 560550"/>
              <a:gd name="connsiteY8-368" fmla="*/ 493568 h 493591"/>
              <a:gd name="connsiteX9-369" fmla="*/ 496688 w 560550"/>
              <a:gd name="connsiteY9-370" fmla="*/ 492722 h 493591"/>
              <a:gd name="connsiteX10-371" fmla="*/ 266629 w 560550"/>
              <a:gd name="connsiteY10-372" fmla="*/ 479903 h 493591"/>
              <a:gd name="connsiteX11-373" fmla="*/ 40497 w 560550"/>
              <a:gd name="connsiteY11-374" fmla="*/ 492105 h 493591"/>
              <a:gd name="connsiteX12-375" fmla="*/ 32832 w 560550"/>
              <a:gd name="connsiteY12-376" fmla="*/ 492314 h 493591"/>
              <a:gd name="connsiteX13-377" fmla="*/ 3210 w 560550"/>
              <a:gd name="connsiteY13-378" fmla="*/ 479408 h 493591"/>
              <a:gd name="connsiteX14-379" fmla="*/ 2740 w 560550"/>
              <a:gd name="connsiteY14-380" fmla="*/ 478849 h 493591"/>
              <a:gd name="connsiteX15-381" fmla="*/ 6844 w 560550"/>
              <a:gd name="connsiteY15-382" fmla="*/ 447301 h 493591"/>
              <a:gd name="connsiteX16-383" fmla="*/ 23102 w 560550"/>
              <a:gd name="connsiteY16-384" fmla="*/ 420834 h 493591"/>
              <a:gd name="connsiteX17-385" fmla="*/ 149231 w 560550"/>
              <a:gd name="connsiteY17-386" fmla="*/ 228009 h 493591"/>
              <a:gd name="connsiteX18-387" fmla="*/ 251731 w 560550"/>
              <a:gd name="connsiteY18-388" fmla="*/ 26070 h 493591"/>
              <a:gd name="connsiteX19-389" fmla="*/ 255383 w 560550"/>
              <a:gd name="connsiteY19-390" fmla="*/ 19328 h 493591"/>
              <a:gd name="connsiteX20-391" fmla="*/ 281371 w 560550"/>
              <a:gd name="connsiteY20-392" fmla="*/ 127 h 493591"/>
              <a:gd name="connsiteX21-393" fmla="*/ 282090 w 560550"/>
              <a:gd name="connsiteY21-394" fmla="*/ 0 h 493591"/>
              <a:gd name="connsiteX0-395" fmla="*/ 282090 w 560550"/>
              <a:gd name="connsiteY0-396" fmla="*/ 0 h 493591"/>
              <a:gd name="connsiteX1-397" fmla="*/ 307359 w 560550"/>
              <a:gd name="connsiteY1-398" fmla="*/ 19328 h 493591"/>
              <a:gd name="connsiteX2-399" fmla="*/ 322151 w 560550"/>
              <a:gd name="connsiteY2-400" fmla="*/ 46641 h 493591"/>
              <a:gd name="connsiteX3-401" fmla="*/ 426075 w 560550"/>
              <a:gd name="connsiteY3-402" fmla="*/ 252279 h 493591"/>
              <a:gd name="connsiteX4-403" fmla="*/ 549713 w 560550"/>
              <a:gd name="connsiteY4-404" fmla="*/ 442022 h 493591"/>
              <a:gd name="connsiteX5-405" fmla="*/ 553726 w 560550"/>
              <a:gd name="connsiteY5-406" fmla="*/ 448555 h 493591"/>
              <a:gd name="connsiteX6-407" fmla="*/ 557360 w 560550"/>
              <a:gd name="connsiteY6-408" fmla="*/ 480662 h 493591"/>
              <a:gd name="connsiteX7-409" fmla="*/ 557111 w 560550"/>
              <a:gd name="connsiteY7-410" fmla="*/ 481348 h 493591"/>
              <a:gd name="connsiteX8-411" fmla="*/ 527738 w 560550"/>
              <a:gd name="connsiteY8-412" fmla="*/ 493568 h 493591"/>
              <a:gd name="connsiteX9-413" fmla="*/ 496688 w 560550"/>
              <a:gd name="connsiteY9-414" fmla="*/ 492722 h 493591"/>
              <a:gd name="connsiteX10-415" fmla="*/ 266629 w 560550"/>
              <a:gd name="connsiteY10-416" fmla="*/ 479903 h 493591"/>
              <a:gd name="connsiteX11-417" fmla="*/ 40497 w 560550"/>
              <a:gd name="connsiteY11-418" fmla="*/ 492105 h 493591"/>
              <a:gd name="connsiteX12-419" fmla="*/ 32832 w 560550"/>
              <a:gd name="connsiteY12-420" fmla="*/ 492314 h 493591"/>
              <a:gd name="connsiteX13-421" fmla="*/ 3210 w 560550"/>
              <a:gd name="connsiteY13-422" fmla="*/ 479408 h 493591"/>
              <a:gd name="connsiteX14-423" fmla="*/ 2740 w 560550"/>
              <a:gd name="connsiteY14-424" fmla="*/ 478849 h 493591"/>
              <a:gd name="connsiteX15-425" fmla="*/ 6844 w 560550"/>
              <a:gd name="connsiteY15-426" fmla="*/ 447301 h 493591"/>
              <a:gd name="connsiteX16-427" fmla="*/ 23102 w 560550"/>
              <a:gd name="connsiteY16-428" fmla="*/ 420834 h 493591"/>
              <a:gd name="connsiteX17-429" fmla="*/ 149231 w 560550"/>
              <a:gd name="connsiteY17-430" fmla="*/ 228009 h 493591"/>
              <a:gd name="connsiteX18-431" fmla="*/ 251731 w 560550"/>
              <a:gd name="connsiteY18-432" fmla="*/ 26070 h 493591"/>
              <a:gd name="connsiteX19-433" fmla="*/ 255383 w 560550"/>
              <a:gd name="connsiteY19-434" fmla="*/ 19328 h 493591"/>
              <a:gd name="connsiteX20-435" fmla="*/ 281371 w 560550"/>
              <a:gd name="connsiteY20-436" fmla="*/ 127 h 493591"/>
              <a:gd name="connsiteX21-437" fmla="*/ 282090 w 560550"/>
              <a:gd name="connsiteY21-438" fmla="*/ 0 h 49359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33" y="connsiteY16-34"/>
              </a:cxn>
              <a:cxn ang="0">
                <a:pos x="connsiteX17-35" y="connsiteY17-36"/>
              </a:cxn>
              <a:cxn ang="0">
                <a:pos x="connsiteX18-37" y="connsiteY18-38"/>
              </a:cxn>
              <a:cxn ang="0">
                <a:pos x="connsiteX19-39" y="connsiteY19-40"/>
              </a:cxn>
              <a:cxn ang="0">
                <a:pos x="connsiteX20-41" y="connsiteY20-42"/>
              </a:cxn>
              <a:cxn ang="0">
                <a:pos x="connsiteX21-43" y="connsiteY21-44"/>
              </a:cxn>
            </a:cxnLst>
            <a:rect l="l" t="t" r="r" b="b"/>
            <a:pathLst>
              <a:path w="560550" h="493591">
                <a:moveTo>
                  <a:pt x="282090" y="0"/>
                </a:moveTo>
                <a:cubicBezTo>
                  <a:pt x="291235" y="0"/>
                  <a:pt x="300381" y="6443"/>
                  <a:pt x="307359" y="19328"/>
                </a:cubicBezTo>
                <a:lnTo>
                  <a:pt x="322151" y="46641"/>
                </a:lnTo>
                <a:cubicBezTo>
                  <a:pt x="341937" y="85466"/>
                  <a:pt x="388148" y="186382"/>
                  <a:pt x="426075" y="252279"/>
                </a:cubicBezTo>
                <a:cubicBezTo>
                  <a:pt x="464002" y="318176"/>
                  <a:pt x="528438" y="409309"/>
                  <a:pt x="549713" y="442022"/>
                </a:cubicBezTo>
                <a:lnTo>
                  <a:pt x="553726" y="448555"/>
                </a:lnTo>
                <a:cubicBezTo>
                  <a:pt x="561598" y="461368"/>
                  <a:pt x="562451" y="472766"/>
                  <a:pt x="557360" y="480662"/>
                </a:cubicBezTo>
                <a:cubicBezTo>
                  <a:pt x="557347" y="480929"/>
                  <a:pt x="557231" y="481140"/>
                  <a:pt x="557111" y="481348"/>
                </a:cubicBezTo>
                <a:cubicBezTo>
                  <a:pt x="552538" y="489268"/>
                  <a:pt x="542386" y="493968"/>
                  <a:pt x="527738" y="493568"/>
                </a:cubicBezTo>
                <a:lnTo>
                  <a:pt x="496688" y="492722"/>
                </a:lnTo>
                <a:cubicBezTo>
                  <a:pt x="453170" y="490445"/>
                  <a:pt x="342661" y="480006"/>
                  <a:pt x="266629" y="479903"/>
                </a:cubicBezTo>
                <a:cubicBezTo>
                  <a:pt x="190597" y="479800"/>
                  <a:pt x="79463" y="490037"/>
                  <a:pt x="40497" y="492105"/>
                </a:cubicBezTo>
                <a:lnTo>
                  <a:pt x="32832" y="492314"/>
                </a:lnTo>
                <a:cubicBezTo>
                  <a:pt x="17800" y="492724"/>
                  <a:pt x="7502" y="487764"/>
                  <a:pt x="3210" y="479408"/>
                </a:cubicBezTo>
                <a:cubicBezTo>
                  <a:pt x="2985" y="479262"/>
                  <a:pt x="2860" y="479056"/>
                  <a:pt x="2740" y="478849"/>
                </a:cubicBezTo>
                <a:cubicBezTo>
                  <a:pt x="-1833" y="470928"/>
                  <a:pt x="-826" y="459787"/>
                  <a:pt x="6844" y="447301"/>
                </a:cubicBezTo>
                <a:lnTo>
                  <a:pt x="23102" y="420834"/>
                </a:lnTo>
                <a:cubicBezTo>
                  <a:pt x="46833" y="384285"/>
                  <a:pt x="111126" y="293803"/>
                  <a:pt x="149231" y="228009"/>
                </a:cubicBezTo>
                <a:cubicBezTo>
                  <a:pt x="187336" y="162215"/>
                  <a:pt x="234039" y="60850"/>
                  <a:pt x="251731" y="26070"/>
                </a:cubicBezTo>
                <a:lnTo>
                  <a:pt x="255383" y="19328"/>
                </a:lnTo>
                <a:cubicBezTo>
                  <a:pt x="262543" y="6104"/>
                  <a:pt x="271988" y="-334"/>
                  <a:pt x="281371" y="127"/>
                </a:cubicBezTo>
                <a:cubicBezTo>
                  <a:pt x="281609" y="5"/>
                  <a:pt x="281850" y="0"/>
                  <a:pt x="282090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zh-CN" altLang="en-US">
              <a:solidFill>
                <a:srgbClr val="FFFFFF"/>
              </a:solidFill>
              <a:latin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17"/>
            </p:custDataLst>
          </p:nvPr>
        </p:nvSpPr>
        <p:spPr>
          <a:xfrm>
            <a:off x="4730750" y="2895613"/>
            <a:ext cx="4979670" cy="564898"/>
          </a:xfrm>
        </p:spPr>
        <p:txBody>
          <a:bodyPr anchor="b">
            <a:normAutofit/>
          </a:bodyPr>
          <a:lstStyle>
            <a:lvl1pPr>
              <a:defRPr sz="28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8"/>
            </p:custDataLst>
          </p:nvPr>
        </p:nvSpPr>
        <p:spPr>
          <a:xfrm>
            <a:off x="4730750" y="3753579"/>
            <a:ext cx="4979670" cy="581108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19" name="日期占位符 3"/>
          <p:cNvSpPr>
            <a:spLocks noGrp="1"/>
          </p:cNvSpPr>
          <p:nvPr>
            <p:ph type="dt" sz="half" idx="10"/>
            <p:custDataLst>
              <p:tags r:id="rId19"/>
            </p:custDataLst>
          </p:nvPr>
        </p:nvSpPr>
        <p:spPr/>
        <p:txBody>
          <a:bodyPr/>
          <a:lstStyle>
            <a:lvl1pPr>
              <a:def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20" name="页脚占位符 4"/>
          <p:cNvSpPr>
            <a:spLocks noGrp="1"/>
          </p:cNvSpPr>
          <p:nvPr>
            <p:ph type="ftr" sz="quarter" idx="11"/>
            <p:custDataLst>
              <p:tags r:id="rId20"/>
            </p:custDataLst>
          </p:nvPr>
        </p:nvSpPr>
        <p:spPr/>
        <p:txBody>
          <a:bodyPr/>
          <a:lstStyle>
            <a:lvl1pPr>
              <a:def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21" name="灯片编号占位符 5"/>
          <p:cNvSpPr>
            <a:spLocks noGrp="1"/>
          </p:cNvSpPr>
          <p:nvPr>
            <p:ph type="sldNum" sz="quarter" idx="12"/>
            <p:custDataLst>
              <p:tags r:id="rId21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2389BDA-CB19-408D-87C9-523E8B292D6F}" type="slidenum">
              <a:rPr lang="zh-CN" altLang="en-US"/>
            </a:fld>
            <a:endParaRPr lang="zh-CN" altLang="en-US" dirty="0"/>
          </a:p>
        </p:txBody>
      </p: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69882" y="443234"/>
            <a:ext cx="10852237" cy="441964"/>
          </a:xfrm>
        </p:spPr>
        <p:txBody>
          <a:bodyPr rtlCol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1pPr>
          </a:lstStyle>
          <a:p>
            <a:pPr lvl="0"/>
            <a:r>
              <a:rPr lang="zh-CN" altLang="en-US" noProof="1">
                <a:sym typeface="+mn-ea"/>
              </a:rPr>
              <a:t>单击此处编辑母版标题样式</a:t>
            </a:r>
            <a:endParaRPr noProof="1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69930" y="952508"/>
            <a:ext cx="5283242" cy="5388907"/>
          </a:xfrm>
        </p:spPr>
        <p:txBody>
          <a:bodyPr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5pPr>
          </a:lstStyle>
          <a:p>
            <a:pPr lvl="0"/>
            <a:r>
              <a:rPr lang="zh-CN" altLang="en-US" noProof="1"/>
              <a:t>单击此处</a:t>
            </a:r>
            <a:r>
              <a:rPr lang="zh-CN" altLang="en-US" noProof="1">
                <a:sym typeface="+mn-ea"/>
              </a:rPr>
              <a:t>编辑母版文本样式</a:t>
            </a:r>
            <a:endParaRPr lang="zh-CN" altLang="en-US" noProof="1">
              <a:sym typeface="+mn-ea"/>
            </a:endParaRPr>
          </a:p>
          <a:p>
            <a:pPr lvl="1"/>
            <a:r>
              <a:rPr lang="zh-CN" altLang="en-US" noProof="1">
                <a:sym typeface="+mn-ea"/>
              </a:rPr>
              <a:t>第二级</a:t>
            </a:r>
            <a:endParaRPr lang="zh-CN" altLang="en-US" noProof="1">
              <a:sym typeface="+mn-ea"/>
            </a:endParaRPr>
          </a:p>
          <a:p>
            <a:pPr lvl="2"/>
            <a:r>
              <a:rPr lang="zh-CN" altLang="en-US" noProof="1">
                <a:sym typeface="+mn-ea"/>
              </a:rPr>
              <a:t>第三级</a:t>
            </a:r>
            <a:endParaRPr lang="zh-CN" altLang="en-US" noProof="1">
              <a:sym typeface="+mn-ea"/>
            </a:endParaRPr>
          </a:p>
          <a:p>
            <a:pPr lvl="3"/>
            <a:r>
              <a:rPr lang="zh-CN" altLang="en-US" noProof="1">
                <a:sym typeface="+mn-ea"/>
              </a:rPr>
              <a:t>第四级</a:t>
            </a:r>
            <a:endParaRPr lang="zh-CN" altLang="en-US" noProof="1">
              <a:sym typeface="+mn-ea"/>
            </a:endParaRPr>
          </a:p>
          <a:p>
            <a:pPr lvl="4"/>
            <a:r>
              <a:rPr lang="zh-CN" altLang="en-US" noProof="1">
                <a:sym typeface="+mn-ea"/>
              </a:rPr>
              <a:t>第五级</a:t>
            </a:r>
            <a:endParaRPr noProof="1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238877" y="952508"/>
            <a:ext cx="5283242" cy="5388907"/>
          </a:xfrm>
        </p:spPr>
        <p:txBody>
          <a:bodyPr>
            <a:noAutofit/>
          </a:bodyPr>
          <a:lstStyle>
            <a:lvl1pPr>
              <a:defRPr sz="1600">
                <a:latin typeface="微软雅黑" panose="020B0503020204020204" charset="-122"/>
                <a:ea typeface="微软雅黑" panose="020B0503020204020204" charset="-122"/>
              </a:defRPr>
            </a:lvl1pPr>
            <a:lvl2pPr>
              <a:defRPr sz="1600">
                <a:latin typeface="微软雅黑" panose="020B0503020204020204" charset="-122"/>
                <a:ea typeface="微软雅黑" panose="020B0503020204020204" charset="-122"/>
              </a:defRPr>
            </a:lvl2pPr>
            <a:lvl3pPr>
              <a:defRPr sz="1600">
                <a:latin typeface="微软雅黑" panose="020B0503020204020204" charset="-122"/>
                <a:ea typeface="微软雅黑" panose="020B0503020204020204" charset="-122"/>
              </a:defRPr>
            </a:lvl3pPr>
            <a:lvl4pPr>
              <a:defRPr sz="1600">
                <a:latin typeface="微软雅黑" panose="020B0503020204020204" charset="-122"/>
                <a:ea typeface="微软雅黑" panose="020B0503020204020204" charset="-122"/>
              </a:defRPr>
            </a:lvl4pPr>
            <a:lvl5pPr>
              <a:defRPr sz="1600"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69882" y="443234"/>
            <a:ext cx="10852237" cy="441964"/>
          </a:xfrm>
        </p:spPr>
        <p:txBody>
          <a:bodyPr rtlCol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1pPr>
          </a:lstStyle>
          <a:p>
            <a:pPr lvl="0"/>
            <a:r>
              <a:rPr lang="zh-CN" altLang="en-US" noProof="1">
                <a:sym typeface="+mn-ea"/>
              </a:rPr>
              <a:t>单击此处编辑母版标题样式</a:t>
            </a:r>
            <a:endParaRPr noProof="1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3"/>
            </p:custDataLst>
          </p:nvPr>
        </p:nvSpPr>
        <p:spPr>
          <a:xfrm>
            <a:off x="669930" y="952508"/>
            <a:ext cx="5283242" cy="381003"/>
          </a:xfrm>
        </p:spPr>
        <p:txBody>
          <a:bodyPr tIns="38100" rIns="76200" bIns="38100">
            <a:no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000" b="0" u="none" strike="noStrike" kern="1200" cap="none" spc="200" normalizeH="0" baseline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69925" y="1406525"/>
            <a:ext cx="5283200" cy="4934752"/>
          </a:xfrm>
        </p:spPr>
        <p:txBody>
          <a:bodyPr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5pPr>
          </a:lstStyle>
          <a:p>
            <a:pPr lvl="0"/>
            <a:r>
              <a:rPr lang="zh-CN" altLang="en-US" noProof="1"/>
              <a:t>单击此处</a:t>
            </a:r>
            <a:r>
              <a:rPr lang="zh-CN" altLang="en-US" noProof="1">
                <a:sym typeface="+mn-ea"/>
              </a:rPr>
              <a:t>编辑母版文本样式</a:t>
            </a:r>
            <a:endParaRPr lang="zh-CN" altLang="en-US" noProof="1">
              <a:sym typeface="+mn-ea"/>
            </a:endParaRPr>
          </a:p>
          <a:p>
            <a:pPr lvl="1"/>
            <a:r>
              <a:rPr lang="zh-CN" altLang="en-US" noProof="1">
                <a:sym typeface="+mn-ea"/>
              </a:rPr>
              <a:t>第二级</a:t>
            </a:r>
            <a:endParaRPr lang="zh-CN" altLang="en-US" noProof="1">
              <a:sym typeface="+mn-ea"/>
            </a:endParaRPr>
          </a:p>
          <a:p>
            <a:pPr lvl="2"/>
            <a:r>
              <a:rPr lang="zh-CN" altLang="en-US" noProof="1">
                <a:sym typeface="+mn-ea"/>
              </a:rPr>
              <a:t>第三级</a:t>
            </a:r>
            <a:endParaRPr lang="zh-CN" altLang="en-US" noProof="1">
              <a:sym typeface="+mn-ea"/>
            </a:endParaRPr>
          </a:p>
          <a:p>
            <a:pPr lvl="3"/>
            <a:r>
              <a:rPr lang="zh-CN" altLang="en-US" noProof="1">
                <a:sym typeface="+mn-ea"/>
              </a:rPr>
              <a:t>第四级</a:t>
            </a:r>
            <a:endParaRPr lang="zh-CN" altLang="en-US" noProof="1">
              <a:sym typeface="+mn-ea"/>
            </a:endParaRPr>
          </a:p>
          <a:p>
            <a:pPr lvl="4"/>
            <a:r>
              <a:rPr lang="zh-CN" altLang="en-US" noProof="1">
                <a:sym typeface="+mn-ea"/>
              </a:rPr>
              <a:t>第五级</a:t>
            </a:r>
            <a:endParaRPr noProof="1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  <p:custDataLst>
              <p:tags r:id="rId5"/>
            </p:custDataLst>
          </p:nvPr>
        </p:nvSpPr>
        <p:spPr>
          <a:xfrm>
            <a:off x="6235750" y="952508"/>
            <a:ext cx="5283242" cy="381003"/>
          </a:xfrm>
        </p:spPr>
        <p:txBody>
          <a:bodyPr tIns="38100" rIns="76200" bIns="38100" rtlCol="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2000" b="0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</a:t>
            </a:r>
            <a:r>
              <a:rPr lang="zh-CN" altLang="en-US" noProof="1">
                <a:sym typeface="+mn-ea"/>
              </a:rPr>
              <a:t>编辑母版文本样式</a:t>
            </a:r>
            <a:endParaRPr lang="zh-CN" altLang="en-US" noProof="1"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406525"/>
            <a:ext cx="5283242" cy="4934752"/>
          </a:xfrm>
        </p:spPr>
        <p:txBody>
          <a:bodyPr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5pPr>
          </a:lstStyle>
          <a:p>
            <a:pPr lvl="0"/>
            <a:r>
              <a:rPr lang="zh-CN" altLang="en-US" noProof="1"/>
              <a:t>单击此处</a:t>
            </a:r>
            <a:r>
              <a:rPr lang="zh-CN" altLang="en-US" noProof="1">
                <a:sym typeface="+mn-ea"/>
              </a:rPr>
              <a:t>编辑母版文本样式</a:t>
            </a:r>
            <a:endParaRPr lang="zh-CN" altLang="en-US" noProof="1">
              <a:sym typeface="+mn-ea"/>
            </a:endParaRPr>
          </a:p>
          <a:p>
            <a:pPr lvl="1"/>
            <a:r>
              <a:rPr lang="zh-CN" altLang="en-US" noProof="1">
                <a:sym typeface="+mn-ea"/>
              </a:rPr>
              <a:t>第二级</a:t>
            </a:r>
            <a:endParaRPr lang="zh-CN" altLang="en-US" noProof="1">
              <a:sym typeface="+mn-ea"/>
            </a:endParaRPr>
          </a:p>
          <a:p>
            <a:pPr lvl="2"/>
            <a:r>
              <a:rPr lang="zh-CN" altLang="en-US" noProof="1">
                <a:sym typeface="+mn-ea"/>
              </a:rPr>
              <a:t>第三级</a:t>
            </a:r>
            <a:endParaRPr lang="zh-CN" altLang="en-US" noProof="1">
              <a:sym typeface="+mn-ea"/>
            </a:endParaRPr>
          </a:p>
          <a:p>
            <a:pPr lvl="3"/>
            <a:r>
              <a:rPr lang="zh-CN" altLang="en-US" noProof="1">
                <a:sym typeface="+mn-ea"/>
              </a:rPr>
              <a:t>第四级</a:t>
            </a:r>
            <a:endParaRPr lang="zh-CN" altLang="en-US" noProof="1">
              <a:sym typeface="+mn-ea"/>
            </a:endParaRPr>
          </a:p>
          <a:p>
            <a:pPr lvl="4"/>
            <a:r>
              <a:rPr lang="zh-CN" altLang="en-US" noProof="1">
                <a:sym typeface="+mn-ea"/>
              </a:rPr>
              <a:t>第五级</a:t>
            </a:r>
            <a:endParaRPr noProof="1">
              <a:sym typeface="+mn-ea"/>
            </a:endParaRPr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rtlCol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1pPr>
          </a:lstStyle>
          <a:p>
            <a:pPr lvl="0"/>
            <a:r>
              <a:rPr lang="zh-CN" altLang="en-US" noProof="1">
                <a:sym typeface="+mn-ea"/>
              </a:rPr>
              <a:t>单击此处编辑母版标题样式</a:t>
            </a:r>
            <a:endParaRPr noProof="1">
              <a:sym typeface="+mn-ea"/>
            </a:endParaRPr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6949C00-89D8-4D4A-9FDA-96A9C7BBE615}" type="slidenum">
              <a:rPr lang="zh-CN" altLang="en-US"/>
            </a:fld>
            <a:endParaRPr lang="zh-CN" altLang="en-US" dirty="0"/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4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69930" y="443234"/>
            <a:ext cx="10852237" cy="441964"/>
          </a:xfrm>
        </p:spPr>
        <p:txBody>
          <a:bodyPr rtlCol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1pPr>
          </a:lstStyle>
          <a:p>
            <a:pPr lvl="0"/>
            <a:r>
              <a:rPr lang="zh-CN" altLang="en-US" noProof="1">
                <a:sym typeface="+mn-ea"/>
              </a:rPr>
              <a:t>单击此处编辑母版标题样式</a:t>
            </a:r>
            <a:endParaRPr noProof="1">
              <a:sym typeface="+mn-ea"/>
            </a:endParaRP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3"/>
            </p:custDataLst>
          </p:nvPr>
        </p:nvSpPr>
        <p:spPr>
          <a:xfrm>
            <a:off x="669930" y="952508"/>
            <a:ext cx="5283242" cy="5388907"/>
          </a:xfrm>
        </p:spPr>
        <p:txBody>
          <a:bodyPr rtlCol="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lang="zh-CN" altLang="en-US" noProof="1">
                <a:sym typeface="+mn-ea"/>
              </a:rPr>
              <a:t>单击图标添加图片</a:t>
            </a:r>
            <a:endParaRPr lang="zh-CN" altLang="en-US" noProof="1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4"/>
            </p:custDataLst>
          </p:nvPr>
        </p:nvSpPr>
        <p:spPr>
          <a:xfrm>
            <a:off x="6238925" y="952508"/>
            <a:ext cx="5283242" cy="5388907"/>
          </a:xfrm>
        </p:spPr>
        <p:txBody>
          <a:bodyPr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1pPr>
          </a:lstStyle>
          <a:p>
            <a:pPr lvl="0"/>
            <a:r>
              <a:rPr lang="zh-CN" altLang="en-US" noProof="1"/>
              <a:t>单击此处</a:t>
            </a:r>
            <a:r>
              <a:rPr lang="zh-CN" altLang="en-US" noProof="1">
                <a:sym typeface="+mn-ea"/>
              </a:rPr>
              <a:t>编辑母版文本样式</a:t>
            </a:r>
            <a:endParaRPr lang="zh-CN" altLang="en-US" noProof="1">
              <a:sym typeface="+mn-ea"/>
            </a:endParaRP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 dirty="0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  <p:custDataLst>
              <p:tags r:id="rId2"/>
            </p:custDataLst>
          </p:nvPr>
        </p:nvSpPr>
        <p:spPr>
          <a:xfrm>
            <a:off x="10571135" y="952508"/>
            <a:ext cx="950984" cy="5388907"/>
          </a:xfrm>
        </p:spPr>
        <p:txBody>
          <a:bodyPr vert="eaVert" rtlCol="0" anchor="ctr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1pPr>
          </a:lstStyle>
          <a:p>
            <a:pPr lvl="0"/>
            <a:r>
              <a:rPr lang="zh-CN" altLang="en-US" noProof="1">
                <a:sym typeface="+mn-ea"/>
              </a:rPr>
              <a:t>单击此处编辑母版标题样式</a:t>
            </a:r>
            <a:endParaRPr noProof="1"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669925" y="952500"/>
            <a:ext cx="9828101" cy="5388907"/>
          </a:xfrm>
        </p:spPr>
        <p:txBody>
          <a:bodyPr vert="eaVert"/>
          <a:lstStyle>
            <a:lvl1pPr indent="0" eaLnBrk="1" fontAlgn="auto" latinLnBrk="0" hangingPunct="1">
              <a:defRPr>
                <a:latin typeface="微软雅黑" panose="020B0503020204020204" charset="-122"/>
                <a:ea typeface="微软雅黑" panose="020B0503020204020204" charset="-122"/>
              </a:defRPr>
            </a:lvl1pPr>
            <a:lvl2pPr indent="0" eaLnBrk="1" fontAlgn="auto" latinLnBrk="0" hangingPunct="1">
              <a:defRPr>
                <a:latin typeface="微软雅黑" panose="020B0503020204020204" charset="-122"/>
                <a:ea typeface="微软雅黑" panose="020B0503020204020204" charset="-122"/>
              </a:defRPr>
            </a:lvl2pPr>
            <a:lvl3pPr indent="0" eaLnBrk="1" fontAlgn="auto" latinLnBrk="0" hangingPunct="1">
              <a:defRPr>
                <a:latin typeface="微软雅黑" panose="020B0503020204020204" charset="-122"/>
                <a:ea typeface="微软雅黑" panose="020B0503020204020204" charset="-122"/>
              </a:defRPr>
            </a:lvl3pPr>
            <a:lvl4pPr indent="0" eaLnBrk="1" fontAlgn="auto" latinLnBrk="0" hangingPunct="1">
              <a:defRPr>
                <a:latin typeface="微软雅黑" panose="020B0503020204020204" charset="-122"/>
                <a:ea typeface="微软雅黑" panose="020B0503020204020204" charset="-122"/>
              </a:defRPr>
            </a:lvl4pPr>
            <a:lvl5pPr indent="0" eaLnBrk="1" fontAlgn="auto" latinLnBrk="0" hangingPunct="1">
              <a:defRPr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2"/>
            </p:custDataLst>
          </p:nvPr>
        </p:nvSpPr>
        <p:spPr>
          <a:xfrm>
            <a:off x="669930" y="952508"/>
            <a:ext cx="10852237" cy="5388907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4"/>
            <p:custDataLst>
              <p:tags r:id="rId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5"/>
            <p:custDataLst>
              <p:tags r:id="rId4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6"/>
            <p:custDataLst>
              <p:tags r:id="rId5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任意多边形: 形状 2"/>
          <p:cNvSpPr/>
          <p:nvPr>
            <p:custDataLst>
              <p:tags r:id="rId2"/>
            </p:custDataLst>
          </p:nvPr>
        </p:nvSpPr>
        <p:spPr>
          <a:xfrm>
            <a:off x="11123613" y="-7938"/>
            <a:ext cx="1068387" cy="1052513"/>
          </a:xfrm>
          <a:custGeom>
            <a:avLst/>
            <a:gdLst>
              <a:gd name="connsiteX0" fmla="*/ 65352 w 1068729"/>
              <a:gd name="connsiteY0" fmla="*/ 0 h 1052118"/>
              <a:gd name="connsiteX1" fmla="*/ 1068729 w 1068729"/>
              <a:gd name="connsiteY1" fmla="*/ 0 h 1052118"/>
              <a:gd name="connsiteX2" fmla="*/ 1068729 w 1068729"/>
              <a:gd name="connsiteY2" fmla="*/ 977750 h 1052118"/>
              <a:gd name="connsiteX3" fmla="*/ 1040113 w 1068729"/>
              <a:gd name="connsiteY3" fmla="*/ 993283 h 1052118"/>
              <a:gd name="connsiteX4" fmla="*/ 748689 w 1068729"/>
              <a:gd name="connsiteY4" fmla="*/ 1052118 h 1052118"/>
              <a:gd name="connsiteX5" fmla="*/ 0 w 1068729"/>
              <a:gd name="connsiteY5" fmla="*/ 303429 h 1052118"/>
              <a:gd name="connsiteX6" fmla="*/ 58836 w 1068729"/>
              <a:gd name="connsiteY6" fmla="*/ 12005 h 10521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68729" h="1052118">
                <a:moveTo>
                  <a:pt x="65352" y="0"/>
                </a:moveTo>
                <a:lnTo>
                  <a:pt x="1068729" y="0"/>
                </a:lnTo>
                <a:lnTo>
                  <a:pt x="1068729" y="977750"/>
                </a:lnTo>
                <a:lnTo>
                  <a:pt x="1040113" y="993283"/>
                </a:lnTo>
                <a:cubicBezTo>
                  <a:pt x="950541" y="1031168"/>
                  <a:pt x="852062" y="1052118"/>
                  <a:pt x="748689" y="1052118"/>
                </a:cubicBezTo>
                <a:cubicBezTo>
                  <a:pt x="335199" y="1052118"/>
                  <a:pt x="0" y="716919"/>
                  <a:pt x="0" y="303429"/>
                </a:cubicBezTo>
                <a:cubicBezTo>
                  <a:pt x="0" y="200056"/>
                  <a:pt x="20950" y="101577"/>
                  <a:pt x="58836" y="12005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椭圆 3"/>
          <p:cNvSpPr/>
          <p:nvPr>
            <p:custDataLst>
              <p:tags r:id="rId3"/>
            </p:custDataLst>
          </p:nvPr>
        </p:nvSpPr>
        <p:spPr>
          <a:xfrm>
            <a:off x="1481138" y="1231812"/>
            <a:ext cx="1497012" cy="14986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任意多边形: 形状 4"/>
          <p:cNvSpPr/>
          <p:nvPr>
            <p:custDataLst>
              <p:tags r:id="rId4"/>
            </p:custDataLst>
          </p:nvPr>
        </p:nvSpPr>
        <p:spPr>
          <a:xfrm>
            <a:off x="8089900" y="-7938"/>
            <a:ext cx="1047750" cy="420688"/>
          </a:xfrm>
          <a:custGeom>
            <a:avLst/>
            <a:gdLst>
              <a:gd name="connsiteX0" fmla="*/ 0 w 1458561"/>
              <a:gd name="connsiteY0" fmla="*/ 0 h 584280"/>
              <a:gd name="connsiteX1" fmla="*/ 1458561 w 1458561"/>
              <a:gd name="connsiteY1" fmla="*/ 0 h 584280"/>
              <a:gd name="connsiteX2" fmla="*/ 1419134 w 1458561"/>
              <a:gd name="connsiteY2" fmla="*/ 127015 h 584280"/>
              <a:gd name="connsiteX3" fmla="*/ 729281 w 1458561"/>
              <a:gd name="connsiteY3" fmla="*/ 584280 h 584280"/>
              <a:gd name="connsiteX4" fmla="*/ 39427 w 1458561"/>
              <a:gd name="connsiteY4" fmla="*/ 127015 h 5842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58561" h="584280">
                <a:moveTo>
                  <a:pt x="0" y="0"/>
                </a:moveTo>
                <a:lnTo>
                  <a:pt x="1458561" y="0"/>
                </a:lnTo>
                <a:lnTo>
                  <a:pt x="1419134" y="127015"/>
                </a:lnTo>
                <a:cubicBezTo>
                  <a:pt x="1305477" y="395731"/>
                  <a:pt x="1039398" y="584280"/>
                  <a:pt x="729281" y="584280"/>
                </a:cubicBezTo>
                <a:cubicBezTo>
                  <a:pt x="419163" y="584280"/>
                  <a:pt x="153084" y="395731"/>
                  <a:pt x="39427" y="127015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任意多边形: 形状 5"/>
          <p:cNvSpPr/>
          <p:nvPr>
            <p:custDataLst>
              <p:tags r:id="rId5"/>
            </p:custDataLst>
          </p:nvPr>
        </p:nvSpPr>
        <p:spPr>
          <a:xfrm>
            <a:off x="4592638" y="5781675"/>
            <a:ext cx="2116137" cy="1087438"/>
          </a:xfrm>
          <a:custGeom>
            <a:avLst/>
            <a:gdLst>
              <a:gd name="connsiteX0" fmla="*/ 1058486 w 2116971"/>
              <a:gd name="connsiteY0" fmla="*/ 0 h 1086707"/>
              <a:gd name="connsiteX1" fmla="*/ 2116971 w 2116971"/>
              <a:gd name="connsiteY1" fmla="*/ 1058486 h 1086707"/>
              <a:gd name="connsiteX2" fmla="*/ 2114126 w 2116971"/>
              <a:gd name="connsiteY2" fmla="*/ 1086707 h 1086707"/>
              <a:gd name="connsiteX3" fmla="*/ 2845 w 2116971"/>
              <a:gd name="connsiteY3" fmla="*/ 1086707 h 1086707"/>
              <a:gd name="connsiteX4" fmla="*/ 0 w 2116971"/>
              <a:gd name="connsiteY4" fmla="*/ 1058486 h 1086707"/>
              <a:gd name="connsiteX5" fmla="*/ 1058486 w 2116971"/>
              <a:gd name="connsiteY5" fmla="*/ 0 h 10867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16971" h="1086707">
                <a:moveTo>
                  <a:pt x="1058486" y="0"/>
                </a:moveTo>
                <a:cubicBezTo>
                  <a:pt x="1643071" y="0"/>
                  <a:pt x="2116971" y="473900"/>
                  <a:pt x="2116971" y="1058486"/>
                </a:cubicBezTo>
                <a:lnTo>
                  <a:pt x="2114126" y="1086707"/>
                </a:lnTo>
                <a:lnTo>
                  <a:pt x="2845" y="1086707"/>
                </a:lnTo>
                <a:lnTo>
                  <a:pt x="0" y="1058486"/>
                </a:lnTo>
                <a:cubicBezTo>
                  <a:pt x="0" y="473900"/>
                  <a:pt x="473899" y="0"/>
                  <a:pt x="105848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任意多边形: 形状 6"/>
          <p:cNvSpPr/>
          <p:nvPr>
            <p:custDataLst>
              <p:tags r:id="rId6"/>
            </p:custDataLst>
          </p:nvPr>
        </p:nvSpPr>
        <p:spPr>
          <a:xfrm>
            <a:off x="10945813" y="6275388"/>
            <a:ext cx="1036637" cy="593725"/>
          </a:xfrm>
          <a:custGeom>
            <a:avLst/>
            <a:gdLst>
              <a:gd name="connsiteX0" fmla="*/ 517890 w 1035780"/>
              <a:gd name="connsiteY0" fmla="*/ 0 h 593238"/>
              <a:gd name="connsiteX1" fmla="*/ 1035780 w 1035780"/>
              <a:gd name="connsiteY1" fmla="*/ 517890 h 593238"/>
              <a:gd name="connsiteX2" fmla="*/ 1028184 w 1035780"/>
              <a:gd name="connsiteY2" fmla="*/ 593238 h 593238"/>
              <a:gd name="connsiteX3" fmla="*/ 7596 w 1035780"/>
              <a:gd name="connsiteY3" fmla="*/ 593238 h 593238"/>
              <a:gd name="connsiteX4" fmla="*/ 0 w 1035780"/>
              <a:gd name="connsiteY4" fmla="*/ 517890 h 593238"/>
              <a:gd name="connsiteX5" fmla="*/ 517890 w 1035780"/>
              <a:gd name="connsiteY5" fmla="*/ 0 h 5932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35780" h="593238">
                <a:moveTo>
                  <a:pt x="517890" y="0"/>
                </a:moveTo>
                <a:cubicBezTo>
                  <a:pt x="803913" y="0"/>
                  <a:pt x="1035780" y="231867"/>
                  <a:pt x="1035780" y="517890"/>
                </a:cubicBezTo>
                <a:lnTo>
                  <a:pt x="1028184" y="593238"/>
                </a:lnTo>
                <a:lnTo>
                  <a:pt x="7596" y="593238"/>
                </a:lnTo>
                <a:lnTo>
                  <a:pt x="0" y="517890"/>
                </a:lnTo>
                <a:cubicBezTo>
                  <a:pt x="0" y="231867"/>
                  <a:pt x="231867" y="0"/>
                  <a:pt x="517890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任意多边形: 形状 7"/>
          <p:cNvSpPr/>
          <p:nvPr>
            <p:custDataLst>
              <p:tags r:id="rId7"/>
            </p:custDataLst>
          </p:nvPr>
        </p:nvSpPr>
        <p:spPr>
          <a:xfrm>
            <a:off x="-19050" y="6184900"/>
            <a:ext cx="787400" cy="673100"/>
          </a:xfrm>
          <a:custGeom>
            <a:avLst/>
            <a:gdLst>
              <a:gd name="connsiteX0" fmla="*/ 269296 w 787186"/>
              <a:gd name="connsiteY0" fmla="*/ 0 h 673570"/>
              <a:gd name="connsiteX1" fmla="*/ 787186 w 787186"/>
              <a:gd name="connsiteY1" fmla="*/ 517890 h 673570"/>
              <a:gd name="connsiteX2" fmla="*/ 776665 w 787186"/>
              <a:gd name="connsiteY2" fmla="*/ 622263 h 673570"/>
              <a:gd name="connsiteX3" fmla="*/ 760738 w 787186"/>
              <a:gd name="connsiteY3" fmla="*/ 673570 h 673570"/>
              <a:gd name="connsiteX4" fmla="*/ 0 w 787186"/>
              <a:gd name="connsiteY4" fmla="*/ 673570 h 673570"/>
              <a:gd name="connsiteX5" fmla="*/ 0 w 787186"/>
              <a:gd name="connsiteY5" fmla="*/ 77450 h 673570"/>
              <a:gd name="connsiteX6" fmla="*/ 67710 w 787186"/>
              <a:gd name="connsiteY6" fmla="*/ 40699 h 673570"/>
              <a:gd name="connsiteX7" fmla="*/ 269296 w 787186"/>
              <a:gd name="connsiteY7" fmla="*/ 0 h 6735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87186" h="673570">
                <a:moveTo>
                  <a:pt x="269296" y="0"/>
                </a:moveTo>
                <a:cubicBezTo>
                  <a:pt x="555319" y="0"/>
                  <a:pt x="787186" y="231867"/>
                  <a:pt x="787186" y="517890"/>
                </a:cubicBezTo>
                <a:cubicBezTo>
                  <a:pt x="787186" y="553643"/>
                  <a:pt x="783563" y="588550"/>
                  <a:pt x="776665" y="622263"/>
                </a:cubicBezTo>
                <a:lnTo>
                  <a:pt x="760738" y="673570"/>
                </a:lnTo>
                <a:lnTo>
                  <a:pt x="0" y="673570"/>
                </a:lnTo>
                <a:lnTo>
                  <a:pt x="0" y="77450"/>
                </a:lnTo>
                <a:lnTo>
                  <a:pt x="67710" y="40699"/>
                </a:lnTo>
                <a:cubicBezTo>
                  <a:pt x="129669" y="14492"/>
                  <a:pt x="197790" y="0"/>
                  <a:pt x="269296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KSO_Shape"/>
          <p:cNvSpPr/>
          <p:nvPr>
            <p:custDataLst>
              <p:tags r:id="rId8"/>
            </p:custDataLst>
          </p:nvPr>
        </p:nvSpPr>
        <p:spPr>
          <a:xfrm rot="10154805">
            <a:off x="9918700" y="4903788"/>
            <a:ext cx="314325" cy="276225"/>
          </a:xfrm>
          <a:custGeom>
            <a:avLst/>
            <a:gdLst>
              <a:gd name="connsiteX0" fmla="*/ 282090 w 560550"/>
              <a:gd name="connsiteY0" fmla="*/ 0 h 493591"/>
              <a:gd name="connsiteX1" fmla="*/ 307359 w 560550"/>
              <a:gd name="connsiteY1" fmla="*/ 19328 h 493591"/>
              <a:gd name="connsiteX2" fmla="*/ 322151 w 560550"/>
              <a:gd name="connsiteY2" fmla="*/ 46641 h 493591"/>
              <a:gd name="connsiteX3" fmla="*/ 422483 w 560550"/>
              <a:gd name="connsiteY3" fmla="*/ 244308 h 493591"/>
              <a:gd name="connsiteX4" fmla="*/ 421839 w 560550"/>
              <a:gd name="connsiteY4" fmla="*/ 243943 h 493591"/>
              <a:gd name="connsiteX5" fmla="*/ 426075 w 560550"/>
              <a:gd name="connsiteY5" fmla="*/ 252279 h 493591"/>
              <a:gd name="connsiteX6" fmla="*/ 549713 w 560550"/>
              <a:gd name="connsiteY6" fmla="*/ 442022 h 493591"/>
              <a:gd name="connsiteX7" fmla="*/ 553726 w 560550"/>
              <a:gd name="connsiteY7" fmla="*/ 448555 h 493591"/>
              <a:gd name="connsiteX8" fmla="*/ 557360 w 560550"/>
              <a:gd name="connsiteY8" fmla="*/ 480662 h 493591"/>
              <a:gd name="connsiteX9" fmla="*/ 557111 w 560550"/>
              <a:gd name="connsiteY9" fmla="*/ 481348 h 493591"/>
              <a:gd name="connsiteX10" fmla="*/ 527738 w 560550"/>
              <a:gd name="connsiteY10" fmla="*/ 493568 h 493591"/>
              <a:gd name="connsiteX11" fmla="*/ 496688 w 560550"/>
              <a:gd name="connsiteY11" fmla="*/ 492722 h 493591"/>
              <a:gd name="connsiteX12" fmla="*/ 275338 w 560550"/>
              <a:gd name="connsiteY12" fmla="*/ 480778 h 493591"/>
              <a:gd name="connsiteX13" fmla="*/ 275975 w 560550"/>
              <a:gd name="connsiteY13" fmla="*/ 480403 h 493591"/>
              <a:gd name="connsiteX14" fmla="*/ 266629 w 560550"/>
              <a:gd name="connsiteY14" fmla="*/ 479903 h 493591"/>
              <a:gd name="connsiteX15" fmla="*/ 40497 w 560550"/>
              <a:gd name="connsiteY15" fmla="*/ 492105 h 493591"/>
              <a:gd name="connsiteX16" fmla="*/ 32832 w 560550"/>
              <a:gd name="connsiteY16" fmla="*/ 492314 h 493591"/>
              <a:gd name="connsiteX17" fmla="*/ 3210 w 560550"/>
              <a:gd name="connsiteY17" fmla="*/ 479408 h 493591"/>
              <a:gd name="connsiteX18" fmla="*/ 2740 w 560550"/>
              <a:gd name="connsiteY18" fmla="*/ 478849 h 493591"/>
              <a:gd name="connsiteX19" fmla="*/ 6844 w 560550"/>
              <a:gd name="connsiteY19" fmla="*/ 447301 h 493591"/>
              <a:gd name="connsiteX20" fmla="*/ 23102 w 560550"/>
              <a:gd name="connsiteY20" fmla="*/ 420834 h 493591"/>
              <a:gd name="connsiteX21" fmla="*/ 144121 w 560550"/>
              <a:gd name="connsiteY21" fmla="*/ 235111 h 493591"/>
              <a:gd name="connsiteX22" fmla="*/ 144127 w 560550"/>
              <a:gd name="connsiteY22" fmla="*/ 235851 h 493591"/>
              <a:gd name="connsiteX23" fmla="*/ 149231 w 560550"/>
              <a:gd name="connsiteY23" fmla="*/ 228009 h 493591"/>
              <a:gd name="connsiteX24" fmla="*/ 251731 w 560550"/>
              <a:gd name="connsiteY24" fmla="*/ 26070 h 493591"/>
              <a:gd name="connsiteX25" fmla="*/ 255383 w 560550"/>
              <a:gd name="connsiteY25" fmla="*/ 19328 h 493591"/>
              <a:gd name="connsiteX26" fmla="*/ 281371 w 560550"/>
              <a:gd name="connsiteY26" fmla="*/ 127 h 493591"/>
              <a:gd name="connsiteX27" fmla="*/ 282090 w 560550"/>
              <a:gd name="connsiteY27" fmla="*/ 0 h 493591"/>
              <a:gd name="connsiteX0-1" fmla="*/ 282090 w 560550"/>
              <a:gd name="connsiteY0-2" fmla="*/ 0 h 493591"/>
              <a:gd name="connsiteX1-3" fmla="*/ 307359 w 560550"/>
              <a:gd name="connsiteY1-4" fmla="*/ 19328 h 493591"/>
              <a:gd name="connsiteX2-5" fmla="*/ 322151 w 560550"/>
              <a:gd name="connsiteY2-6" fmla="*/ 46641 h 493591"/>
              <a:gd name="connsiteX3-7" fmla="*/ 422483 w 560550"/>
              <a:gd name="connsiteY3-8" fmla="*/ 244308 h 493591"/>
              <a:gd name="connsiteX4-9" fmla="*/ 426075 w 560550"/>
              <a:gd name="connsiteY4-10" fmla="*/ 252279 h 493591"/>
              <a:gd name="connsiteX5-11" fmla="*/ 549713 w 560550"/>
              <a:gd name="connsiteY5-12" fmla="*/ 442022 h 493591"/>
              <a:gd name="connsiteX6-13" fmla="*/ 553726 w 560550"/>
              <a:gd name="connsiteY6-14" fmla="*/ 448555 h 493591"/>
              <a:gd name="connsiteX7-15" fmla="*/ 557360 w 560550"/>
              <a:gd name="connsiteY7-16" fmla="*/ 480662 h 493591"/>
              <a:gd name="connsiteX8-17" fmla="*/ 557111 w 560550"/>
              <a:gd name="connsiteY8-18" fmla="*/ 481348 h 493591"/>
              <a:gd name="connsiteX9-19" fmla="*/ 527738 w 560550"/>
              <a:gd name="connsiteY9-20" fmla="*/ 493568 h 493591"/>
              <a:gd name="connsiteX10-21" fmla="*/ 496688 w 560550"/>
              <a:gd name="connsiteY10-22" fmla="*/ 492722 h 493591"/>
              <a:gd name="connsiteX11-23" fmla="*/ 275338 w 560550"/>
              <a:gd name="connsiteY11-24" fmla="*/ 480778 h 493591"/>
              <a:gd name="connsiteX12-25" fmla="*/ 275975 w 560550"/>
              <a:gd name="connsiteY12-26" fmla="*/ 480403 h 493591"/>
              <a:gd name="connsiteX13-27" fmla="*/ 266629 w 560550"/>
              <a:gd name="connsiteY13-28" fmla="*/ 479903 h 493591"/>
              <a:gd name="connsiteX14-29" fmla="*/ 40497 w 560550"/>
              <a:gd name="connsiteY14-30" fmla="*/ 492105 h 493591"/>
              <a:gd name="connsiteX15-31" fmla="*/ 32832 w 560550"/>
              <a:gd name="connsiteY15-32" fmla="*/ 492314 h 493591"/>
              <a:gd name="connsiteX16-33" fmla="*/ 3210 w 560550"/>
              <a:gd name="connsiteY16-34" fmla="*/ 479408 h 493591"/>
              <a:gd name="connsiteX17-35" fmla="*/ 2740 w 560550"/>
              <a:gd name="connsiteY17-36" fmla="*/ 478849 h 493591"/>
              <a:gd name="connsiteX18-37" fmla="*/ 6844 w 560550"/>
              <a:gd name="connsiteY18-38" fmla="*/ 447301 h 493591"/>
              <a:gd name="connsiteX19-39" fmla="*/ 23102 w 560550"/>
              <a:gd name="connsiteY19-40" fmla="*/ 420834 h 493591"/>
              <a:gd name="connsiteX20-41" fmla="*/ 144121 w 560550"/>
              <a:gd name="connsiteY20-42" fmla="*/ 235111 h 493591"/>
              <a:gd name="connsiteX21-43" fmla="*/ 144127 w 560550"/>
              <a:gd name="connsiteY21-44" fmla="*/ 235851 h 493591"/>
              <a:gd name="connsiteX22-45" fmla="*/ 149231 w 560550"/>
              <a:gd name="connsiteY22-46" fmla="*/ 228009 h 493591"/>
              <a:gd name="connsiteX23-47" fmla="*/ 251731 w 560550"/>
              <a:gd name="connsiteY23-48" fmla="*/ 26070 h 493591"/>
              <a:gd name="connsiteX24-49" fmla="*/ 255383 w 560550"/>
              <a:gd name="connsiteY24-50" fmla="*/ 19328 h 493591"/>
              <a:gd name="connsiteX25-51" fmla="*/ 281371 w 560550"/>
              <a:gd name="connsiteY25-52" fmla="*/ 127 h 493591"/>
              <a:gd name="connsiteX26-53" fmla="*/ 282090 w 560550"/>
              <a:gd name="connsiteY26-54" fmla="*/ 0 h 493591"/>
              <a:gd name="connsiteX0-55" fmla="*/ 282090 w 560550"/>
              <a:gd name="connsiteY0-56" fmla="*/ 0 h 493591"/>
              <a:gd name="connsiteX1-57" fmla="*/ 307359 w 560550"/>
              <a:gd name="connsiteY1-58" fmla="*/ 19328 h 493591"/>
              <a:gd name="connsiteX2-59" fmla="*/ 322151 w 560550"/>
              <a:gd name="connsiteY2-60" fmla="*/ 46641 h 493591"/>
              <a:gd name="connsiteX3-61" fmla="*/ 426075 w 560550"/>
              <a:gd name="connsiteY3-62" fmla="*/ 252279 h 493591"/>
              <a:gd name="connsiteX4-63" fmla="*/ 549713 w 560550"/>
              <a:gd name="connsiteY4-64" fmla="*/ 442022 h 493591"/>
              <a:gd name="connsiteX5-65" fmla="*/ 553726 w 560550"/>
              <a:gd name="connsiteY5-66" fmla="*/ 448555 h 493591"/>
              <a:gd name="connsiteX6-67" fmla="*/ 557360 w 560550"/>
              <a:gd name="connsiteY6-68" fmla="*/ 480662 h 493591"/>
              <a:gd name="connsiteX7-69" fmla="*/ 557111 w 560550"/>
              <a:gd name="connsiteY7-70" fmla="*/ 481348 h 493591"/>
              <a:gd name="connsiteX8-71" fmla="*/ 527738 w 560550"/>
              <a:gd name="connsiteY8-72" fmla="*/ 493568 h 493591"/>
              <a:gd name="connsiteX9-73" fmla="*/ 496688 w 560550"/>
              <a:gd name="connsiteY9-74" fmla="*/ 492722 h 493591"/>
              <a:gd name="connsiteX10-75" fmla="*/ 275338 w 560550"/>
              <a:gd name="connsiteY10-76" fmla="*/ 480778 h 493591"/>
              <a:gd name="connsiteX11-77" fmla="*/ 275975 w 560550"/>
              <a:gd name="connsiteY11-78" fmla="*/ 480403 h 493591"/>
              <a:gd name="connsiteX12-79" fmla="*/ 266629 w 560550"/>
              <a:gd name="connsiteY12-80" fmla="*/ 479903 h 493591"/>
              <a:gd name="connsiteX13-81" fmla="*/ 40497 w 560550"/>
              <a:gd name="connsiteY13-82" fmla="*/ 492105 h 493591"/>
              <a:gd name="connsiteX14-83" fmla="*/ 32832 w 560550"/>
              <a:gd name="connsiteY14-84" fmla="*/ 492314 h 493591"/>
              <a:gd name="connsiteX15-85" fmla="*/ 3210 w 560550"/>
              <a:gd name="connsiteY15-86" fmla="*/ 479408 h 493591"/>
              <a:gd name="connsiteX16-87" fmla="*/ 2740 w 560550"/>
              <a:gd name="connsiteY16-88" fmla="*/ 478849 h 493591"/>
              <a:gd name="connsiteX17-89" fmla="*/ 6844 w 560550"/>
              <a:gd name="connsiteY17-90" fmla="*/ 447301 h 493591"/>
              <a:gd name="connsiteX18-91" fmla="*/ 23102 w 560550"/>
              <a:gd name="connsiteY18-92" fmla="*/ 420834 h 493591"/>
              <a:gd name="connsiteX19-93" fmla="*/ 144121 w 560550"/>
              <a:gd name="connsiteY19-94" fmla="*/ 235111 h 493591"/>
              <a:gd name="connsiteX20-95" fmla="*/ 144127 w 560550"/>
              <a:gd name="connsiteY20-96" fmla="*/ 235851 h 493591"/>
              <a:gd name="connsiteX21-97" fmla="*/ 149231 w 560550"/>
              <a:gd name="connsiteY21-98" fmla="*/ 228009 h 493591"/>
              <a:gd name="connsiteX22-99" fmla="*/ 251731 w 560550"/>
              <a:gd name="connsiteY22-100" fmla="*/ 26070 h 493591"/>
              <a:gd name="connsiteX23-101" fmla="*/ 255383 w 560550"/>
              <a:gd name="connsiteY23-102" fmla="*/ 19328 h 493591"/>
              <a:gd name="connsiteX24-103" fmla="*/ 281371 w 560550"/>
              <a:gd name="connsiteY24-104" fmla="*/ 127 h 493591"/>
              <a:gd name="connsiteX25-105" fmla="*/ 282090 w 560550"/>
              <a:gd name="connsiteY25-106" fmla="*/ 0 h 493591"/>
              <a:gd name="connsiteX0-107" fmla="*/ 282090 w 560550"/>
              <a:gd name="connsiteY0-108" fmla="*/ 0 h 493591"/>
              <a:gd name="connsiteX1-109" fmla="*/ 307359 w 560550"/>
              <a:gd name="connsiteY1-110" fmla="*/ 19328 h 493591"/>
              <a:gd name="connsiteX2-111" fmla="*/ 322151 w 560550"/>
              <a:gd name="connsiteY2-112" fmla="*/ 46641 h 493591"/>
              <a:gd name="connsiteX3-113" fmla="*/ 426075 w 560550"/>
              <a:gd name="connsiteY3-114" fmla="*/ 252279 h 493591"/>
              <a:gd name="connsiteX4-115" fmla="*/ 549713 w 560550"/>
              <a:gd name="connsiteY4-116" fmla="*/ 442022 h 493591"/>
              <a:gd name="connsiteX5-117" fmla="*/ 553726 w 560550"/>
              <a:gd name="connsiteY5-118" fmla="*/ 448555 h 493591"/>
              <a:gd name="connsiteX6-119" fmla="*/ 557360 w 560550"/>
              <a:gd name="connsiteY6-120" fmla="*/ 480662 h 493591"/>
              <a:gd name="connsiteX7-121" fmla="*/ 557111 w 560550"/>
              <a:gd name="connsiteY7-122" fmla="*/ 481348 h 493591"/>
              <a:gd name="connsiteX8-123" fmla="*/ 527738 w 560550"/>
              <a:gd name="connsiteY8-124" fmla="*/ 493568 h 493591"/>
              <a:gd name="connsiteX9-125" fmla="*/ 496688 w 560550"/>
              <a:gd name="connsiteY9-126" fmla="*/ 492722 h 493591"/>
              <a:gd name="connsiteX10-127" fmla="*/ 275338 w 560550"/>
              <a:gd name="connsiteY10-128" fmla="*/ 480778 h 493591"/>
              <a:gd name="connsiteX11-129" fmla="*/ 275975 w 560550"/>
              <a:gd name="connsiteY11-130" fmla="*/ 480403 h 493591"/>
              <a:gd name="connsiteX12-131" fmla="*/ 266629 w 560550"/>
              <a:gd name="connsiteY12-132" fmla="*/ 479903 h 493591"/>
              <a:gd name="connsiteX13-133" fmla="*/ 40497 w 560550"/>
              <a:gd name="connsiteY13-134" fmla="*/ 492105 h 493591"/>
              <a:gd name="connsiteX14-135" fmla="*/ 32832 w 560550"/>
              <a:gd name="connsiteY14-136" fmla="*/ 492314 h 493591"/>
              <a:gd name="connsiteX15-137" fmla="*/ 3210 w 560550"/>
              <a:gd name="connsiteY15-138" fmla="*/ 479408 h 493591"/>
              <a:gd name="connsiteX16-139" fmla="*/ 2740 w 560550"/>
              <a:gd name="connsiteY16-140" fmla="*/ 478849 h 493591"/>
              <a:gd name="connsiteX17-141" fmla="*/ 6844 w 560550"/>
              <a:gd name="connsiteY17-142" fmla="*/ 447301 h 493591"/>
              <a:gd name="connsiteX18-143" fmla="*/ 23102 w 560550"/>
              <a:gd name="connsiteY18-144" fmla="*/ 420834 h 493591"/>
              <a:gd name="connsiteX19-145" fmla="*/ 144121 w 560550"/>
              <a:gd name="connsiteY19-146" fmla="*/ 235111 h 493591"/>
              <a:gd name="connsiteX20-147" fmla="*/ 144127 w 560550"/>
              <a:gd name="connsiteY20-148" fmla="*/ 235851 h 493591"/>
              <a:gd name="connsiteX21-149" fmla="*/ 149231 w 560550"/>
              <a:gd name="connsiteY21-150" fmla="*/ 228009 h 493591"/>
              <a:gd name="connsiteX22-151" fmla="*/ 251731 w 560550"/>
              <a:gd name="connsiteY22-152" fmla="*/ 26070 h 493591"/>
              <a:gd name="connsiteX23-153" fmla="*/ 255383 w 560550"/>
              <a:gd name="connsiteY23-154" fmla="*/ 19328 h 493591"/>
              <a:gd name="connsiteX24-155" fmla="*/ 281371 w 560550"/>
              <a:gd name="connsiteY24-156" fmla="*/ 127 h 493591"/>
              <a:gd name="connsiteX25-157" fmla="*/ 282090 w 560550"/>
              <a:gd name="connsiteY25-158" fmla="*/ 0 h 493591"/>
              <a:gd name="connsiteX0-159" fmla="*/ 282090 w 560550"/>
              <a:gd name="connsiteY0-160" fmla="*/ 0 h 493591"/>
              <a:gd name="connsiteX1-161" fmla="*/ 307359 w 560550"/>
              <a:gd name="connsiteY1-162" fmla="*/ 19328 h 493591"/>
              <a:gd name="connsiteX2-163" fmla="*/ 322151 w 560550"/>
              <a:gd name="connsiteY2-164" fmla="*/ 46641 h 493591"/>
              <a:gd name="connsiteX3-165" fmla="*/ 426075 w 560550"/>
              <a:gd name="connsiteY3-166" fmla="*/ 252279 h 493591"/>
              <a:gd name="connsiteX4-167" fmla="*/ 549713 w 560550"/>
              <a:gd name="connsiteY4-168" fmla="*/ 442022 h 493591"/>
              <a:gd name="connsiteX5-169" fmla="*/ 553726 w 560550"/>
              <a:gd name="connsiteY5-170" fmla="*/ 448555 h 493591"/>
              <a:gd name="connsiteX6-171" fmla="*/ 557360 w 560550"/>
              <a:gd name="connsiteY6-172" fmla="*/ 480662 h 493591"/>
              <a:gd name="connsiteX7-173" fmla="*/ 557111 w 560550"/>
              <a:gd name="connsiteY7-174" fmla="*/ 481348 h 493591"/>
              <a:gd name="connsiteX8-175" fmla="*/ 527738 w 560550"/>
              <a:gd name="connsiteY8-176" fmla="*/ 493568 h 493591"/>
              <a:gd name="connsiteX9-177" fmla="*/ 496688 w 560550"/>
              <a:gd name="connsiteY9-178" fmla="*/ 492722 h 493591"/>
              <a:gd name="connsiteX10-179" fmla="*/ 275338 w 560550"/>
              <a:gd name="connsiteY10-180" fmla="*/ 480778 h 493591"/>
              <a:gd name="connsiteX11-181" fmla="*/ 275975 w 560550"/>
              <a:gd name="connsiteY11-182" fmla="*/ 480403 h 493591"/>
              <a:gd name="connsiteX12-183" fmla="*/ 266629 w 560550"/>
              <a:gd name="connsiteY12-184" fmla="*/ 479903 h 493591"/>
              <a:gd name="connsiteX13-185" fmla="*/ 40497 w 560550"/>
              <a:gd name="connsiteY13-186" fmla="*/ 492105 h 493591"/>
              <a:gd name="connsiteX14-187" fmla="*/ 32832 w 560550"/>
              <a:gd name="connsiteY14-188" fmla="*/ 492314 h 493591"/>
              <a:gd name="connsiteX15-189" fmla="*/ 3210 w 560550"/>
              <a:gd name="connsiteY15-190" fmla="*/ 479408 h 493591"/>
              <a:gd name="connsiteX16-191" fmla="*/ 2740 w 560550"/>
              <a:gd name="connsiteY16-192" fmla="*/ 478849 h 493591"/>
              <a:gd name="connsiteX17-193" fmla="*/ 6844 w 560550"/>
              <a:gd name="connsiteY17-194" fmla="*/ 447301 h 493591"/>
              <a:gd name="connsiteX18-195" fmla="*/ 23102 w 560550"/>
              <a:gd name="connsiteY18-196" fmla="*/ 420834 h 493591"/>
              <a:gd name="connsiteX19-197" fmla="*/ 144121 w 560550"/>
              <a:gd name="connsiteY19-198" fmla="*/ 235111 h 493591"/>
              <a:gd name="connsiteX20-199" fmla="*/ 149231 w 560550"/>
              <a:gd name="connsiteY20-200" fmla="*/ 228009 h 493591"/>
              <a:gd name="connsiteX21-201" fmla="*/ 251731 w 560550"/>
              <a:gd name="connsiteY21-202" fmla="*/ 26070 h 493591"/>
              <a:gd name="connsiteX22-203" fmla="*/ 255383 w 560550"/>
              <a:gd name="connsiteY22-204" fmla="*/ 19328 h 493591"/>
              <a:gd name="connsiteX23-205" fmla="*/ 281371 w 560550"/>
              <a:gd name="connsiteY23-206" fmla="*/ 127 h 493591"/>
              <a:gd name="connsiteX24-207" fmla="*/ 282090 w 560550"/>
              <a:gd name="connsiteY24-208" fmla="*/ 0 h 493591"/>
              <a:gd name="connsiteX0-209" fmla="*/ 282090 w 560550"/>
              <a:gd name="connsiteY0-210" fmla="*/ 0 h 493591"/>
              <a:gd name="connsiteX1-211" fmla="*/ 307359 w 560550"/>
              <a:gd name="connsiteY1-212" fmla="*/ 19328 h 493591"/>
              <a:gd name="connsiteX2-213" fmla="*/ 322151 w 560550"/>
              <a:gd name="connsiteY2-214" fmla="*/ 46641 h 493591"/>
              <a:gd name="connsiteX3-215" fmla="*/ 426075 w 560550"/>
              <a:gd name="connsiteY3-216" fmla="*/ 252279 h 493591"/>
              <a:gd name="connsiteX4-217" fmla="*/ 549713 w 560550"/>
              <a:gd name="connsiteY4-218" fmla="*/ 442022 h 493591"/>
              <a:gd name="connsiteX5-219" fmla="*/ 553726 w 560550"/>
              <a:gd name="connsiteY5-220" fmla="*/ 448555 h 493591"/>
              <a:gd name="connsiteX6-221" fmla="*/ 557360 w 560550"/>
              <a:gd name="connsiteY6-222" fmla="*/ 480662 h 493591"/>
              <a:gd name="connsiteX7-223" fmla="*/ 557111 w 560550"/>
              <a:gd name="connsiteY7-224" fmla="*/ 481348 h 493591"/>
              <a:gd name="connsiteX8-225" fmla="*/ 527738 w 560550"/>
              <a:gd name="connsiteY8-226" fmla="*/ 493568 h 493591"/>
              <a:gd name="connsiteX9-227" fmla="*/ 496688 w 560550"/>
              <a:gd name="connsiteY9-228" fmla="*/ 492722 h 493591"/>
              <a:gd name="connsiteX10-229" fmla="*/ 275338 w 560550"/>
              <a:gd name="connsiteY10-230" fmla="*/ 480778 h 493591"/>
              <a:gd name="connsiteX11-231" fmla="*/ 275975 w 560550"/>
              <a:gd name="connsiteY11-232" fmla="*/ 480403 h 493591"/>
              <a:gd name="connsiteX12-233" fmla="*/ 266629 w 560550"/>
              <a:gd name="connsiteY12-234" fmla="*/ 479903 h 493591"/>
              <a:gd name="connsiteX13-235" fmla="*/ 40497 w 560550"/>
              <a:gd name="connsiteY13-236" fmla="*/ 492105 h 493591"/>
              <a:gd name="connsiteX14-237" fmla="*/ 32832 w 560550"/>
              <a:gd name="connsiteY14-238" fmla="*/ 492314 h 493591"/>
              <a:gd name="connsiteX15-239" fmla="*/ 3210 w 560550"/>
              <a:gd name="connsiteY15-240" fmla="*/ 479408 h 493591"/>
              <a:gd name="connsiteX16-241" fmla="*/ 2740 w 560550"/>
              <a:gd name="connsiteY16-242" fmla="*/ 478849 h 493591"/>
              <a:gd name="connsiteX17-243" fmla="*/ 6844 w 560550"/>
              <a:gd name="connsiteY17-244" fmla="*/ 447301 h 493591"/>
              <a:gd name="connsiteX18-245" fmla="*/ 23102 w 560550"/>
              <a:gd name="connsiteY18-246" fmla="*/ 420834 h 493591"/>
              <a:gd name="connsiteX19-247" fmla="*/ 149231 w 560550"/>
              <a:gd name="connsiteY19-248" fmla="*/ 228009 h 493591"/>
              <a:gd name="connsiteX20-249" fmla="*/ 251731 w 560550"/>
              <a:gd name="connsiteY20-250" fmla="*/ 26070 h 493591"/>
              <a:gd name="connsiteX21-251" fmla="*/ 255383 w 560550"/>
              <a:gd name="connsiteY21-252" fmla="*/ 19328 h 493591"/>
              <a:gd name="connsiteX22-253" fmla="*/ 281371 w 560550"/>
              <a:gd name="connsiteY22-254" fmla="*/ 127 h 493591"/>
              <a:gd name="connsiteX23-255" fmla="*/ 282090 w 560550"/>
              <a:gd name="connsiteY23-256" fmla="*/ 0 h 493591"/>
              <a:gd name="connsiteX0-257" fmla="*/ 282090 w 560550"/>
              <a:gd name="connsiteY0-258" fmla="*/ 0 h 493591"/>
              <a:gd name="connsiteX1-259" fmla="*/ 307359 w 560550"/>
              <a:gd name="connsiteY1-260" fmla="*/ 19328 h 493591"/>
              <a:gd name="connsiteX2-261" fmla="*/ 322151 w 560550"/>
              <a:gd name="connsiteY2-262" fmla="*/ 46641 h 493591"/>
              <a:gd name="connsiteX3-263" fmla="*/ 426075 w 560550"/>
              <a:gd name="connsiteY3-264" fmla="*/ 252279 h 493591"/>
              <a:gd name="connsiteX4-265" fmla="*/ 549713 w 560550"/>
              <a:gd name="connsiteY4-266" fmla="*/ 442022 h 493591"/>
              <a:gd name="connsiteX5-267" fmla="*/ 553726 w 560550"/>
              <a:gd name="connsiteY5-268" fmla="*/ 448555 h 493591"/>
              <a:gd name="connsiteX6-269" fmla="*/ 557360 w 560550"/>
              <a:gd name="connsiteY6-270" fmla="*/ 480662 h 493591"/>
              <a:gd name="connsiteX7-271" fmla="*/ 557111 w 560550"/>
              <a:gd name="connsiteY7-272" fmla="*/ 481348 h 493591"/>
              <a:gd name="connsiteX8-273" fmla="*/ 527738 w 560550"/>
              <a:gd name="connsiteY8-274" fmla="*/ 493568 h 493591"/>
              <a:gd name="connsiteX9-275" fmla="*/ 496688 w 560550"/>
              <a:gd name="connsiteY9-276" fmla="*/ 492722 h 493591"/>
              <a:gd name="connsiteX10-277" fmla="*/ 275338 w 560550"/>
              <a:gd name="connsiteY10-278" fmla="*/ 480778 h 493591"/>
              <a:gd name="connsiteX11-279" fmla="*/ 275975 w 560550"/>
              <a:gd name="connsiteY11-280" fmla="*/ 480403 h 493591"/>
              <a:gd name="connsiteX12-281" fmla="*/ 266629 w 560550"/>
              <a:gd name="connsiteY12-282" fmla="*/ 479903 h 493591"/>
              <a:gd name="connsiteX13-283" fmla="*/ 40497 w 560550"/>
              <a:gd name="connsiteY13-284" fmla="*/ 492105 h 493591"/>
              <a:gd name="connsiteX14-285" fmla="*/ 32832 w 560550"/>
              <a:gd name="connsiteY14-286" fmla="*/ 492314 h 493591"/>
              <a:gd name="connsiteX15-287" fmla="*/ 3210 w 560550"/>
              <a:gd name="connsiteY15-288" fmla="*/ 479408 h 493591"/>
              <a:gd name="connsiteX16-289" fmla="*/ 2740 w 560550"/>
              <a:gd name="connsiteY16-290" fmla="*/ 478849 h 493591"/>
              <a:gd name="connsiteX17-291" fmla="*/ 6844 w 560550"/>
              <a:gd name="connsiteY17-292" fmla="*/ 447301 h 493591"/>
              <a:gd name="connsiteX18-293" fmla="*/ 23102 w 560550"/>
              <a:gd name="connsiteY18-294" fmla="*/ 420834 h 493591"/>
              <a:gd name="connsiteX19-295" fmla="*/ 149231 w 560550"/>
              <a:gd name="connsiteY19-296" fmla="*/ 228009 h 493591"/>
              <a:gd name="connsiteX20-297" fmla="*/ 251731 w 560550"/>
              <a:gd name="connsiteY20-298" fmla="*/ 26070 h 493591"/>
              <a:gd name="connsiteX21-299" fmla="*/ 255383 w 560550"/>
              <a:gd name="connsiteY21-300" fmla="*/ 19328 h 493591"/>
              <a:gd name="connsiteX22-301" fmla="*/ 281371 w 560550"/>
              <a:gd name="connsiteY22-302" fmla="*/ 127 h 493591"/>
              <a:gd name="connsiteX23-303" fmla="*/ 282090 w 560550"/>
              <a:gd name="connsiteY23-304" fmla="*/ 0 h 493591"/>
              <a:gd name="connsiteX0-305" fmla="*/ 282090 w 560550"/>
              <a:gd name="connsiteY0-306" fmla="*/ 0 h 493591"/>
              <a:gd name="connsiteX1-307" fmla="*/ 307359 w 560550"/>
              <a:gd name="connsiteY1-308" fmla="*/ 19328 h 493591"/>
              <a:gd name="connsiteX2-309" fmla="*/ 322151 w 560550"/>
              <a:gd name="connsiteY2-310" fmla="*/ 46641 h 493591"/>
              <a:gd name="connsiteX3-311" fmla="*/ 426075 w 560550"/>
              <a:gd name="connsiteY3-312" fmla="*/ 252279 h 493591"/>
              <a:gd name="connsiteX4-313" fmla="*/ 549713 w 560550"/>
              <a:gd name="connsiteY4-314" fmla="*/ 442022 h 493591"/>
              <a:gd name="connsiteX5-315" fmla="*/ 553726 w 560550"/>
              <a:gd name="connsiteY5-316" fmla="*/ 448555 h 493591"/>
              <a:gd name="connsiteX6-317" fmla="*/ 557360 w 560550"/>
              <a:gd name="connsiteY6-318" fmla="*/ 480662 h 493591"/>
              <a:gd name="connsiteX7-319" fmla="*/ 557111 w 560550"/>
              <a:gd name="connsiteY7-320" fmla="*/ 481348 h 493591"/>
              <a:gd name="connsiteX8-321" fmla="*/ 527738 w 560550"/>
              <a:gd name="connsiteY8-322" fmla="*/ 493568 h 493591"/>
              <a:gd name="connsiteX9-323" fmla="*/ 496688 w 560550"/>
              <a:gd name="connsiteY9-324" fmla="*/ 492722 h 493591"/>
              <a:gd name="connsiteX10-325" fmla="*/ 275338 w 560550"/>
              <a:gd name="connsiteY10-326" fmla="*/ 480778 h 493591"/>
              <a:gd name="connsiteX11-327" fmla="*/ 266629 w 560550"/>
              <a:gd name="connsiteY11-328" fmla="*/ 479903 h 493591"/>
              <a:gd name="connsiteX12-329" fmla="*/ 40497 w 560550"/>
              <a:gd name="connsiteY12-330" fmla="*/ 492105 h 493591"/>
              <a:gd name="connsiteX13-331" fmla="*/ 32832 w 560550"/>
              <a:gd name="connsiteY13-332" fmla="*/ 492314 h 493591"/>
              <a:gd name="connsiteX14-333" fmla="*/ 3210 w 560550"/>
              <a:gd name="connsiteY14-334" fmla="*/ 479408 h 493591"/>
              <a:gd name="connsiteX15-335" fmla="*/ 2740 w 560550"/>
              <a:gd name="connsiteY15-336" fmla="*/ 478849 h 493591"/>
              <a:gd name="connsiteX16-337" fmla="*/ 6844 w 560550"/>
              <a:gd name="connsiteY16-338" fmla="*/ 447301 h 493591"/>
              <a:gd name="connsiteX17-339" fmla="*/ 23102 w 560550"/>
              <a:gd name="connsiteY17-340" fmla="*/ 420834 h 493591"/>
              <a:gd name="connsiteX18-341" fmla="*/ 149231 w 560550"/>
              <a:gd name="connsiteY18-342" fmla="*/ 228009 h 493591"/>
              <a:gd name="connsiteX19-343" fmla="*/ 251731 w 560550"/>
              <a:gd name="connsiteY19-344" fmla="*/ 26070 h 493591"/>
              <a:gd name="connsiteX20-345" fmla="*/ 255383 w 560550"/>
              <a:gd name="connsiteY20-346" fmla="*/ 19328 h 493591"/>
              <a:gd name="connsiteX21-347" fmla="*/ 281371 w 560550"/>
              <a:gd name="connsiteY21-348" fmla="*/ 127 h 493591"/>
              <a:gd name="connsiteX22-349" fmla="*/ 282090 w 560550"/>
              <a:gd name="connsiteY22-350" fmla="*/ 0 h 493591"/>
              <a:gd name="connsiteX0-351" fmla="*/ 282090 w 560550"/>
              <a:gd name="connsiteY0-352" fmla="*/ 0 h 493591"/>
              <a:gd name="connsiteX1-353" fmla="*/ 307359 w 560550"/>
              <a:gd name="connsiteY1-354" fmla="*/ 19328 h 493591"/>
              <a:gd name="connsiteX2-355" fmla="*/ 322151 w 560550"/>
              <a:gd name="connsiteY2-356" fmla="*/ 46641 h 493591"/>
              <a:gd name="connsiteX3-357" fmla="*/ 426075 w 560550"/>
              <a:gd name="connsiteY3-358" fmla="*/ 252279 h 493591"/>
              <a:gd name="connsiteX4-359" fmla="*/ 549713 w 560550"/>
              <a:gd name="connsiteY4-360" fmla="*/ 442022 h 493591"/>
              <a:gd name="connsiteX5-361" fmla="*/ 553726 w 560550"/>
              <a:gd name="connsiteY5-362" fmla="*/ 448555 h 493591"/>
              <a:gd name="connsiteX6-363" fmla="*/ 557360 w 560550"/>
              <a:gd name="connsiteY6-364" fmla="*/ 480662 h 493591"/>
              <a:gd name="connsiteX7-365" fmla="*/ 557111 w 560550"/>
              <a:gd name="connsiteY7-366" fmla="*/ 481348 h 493591"/>
              <a:gd name="connsiteX8-367" fmla="*/ 527738 w 560550"/>
              <a:gd name="connsiteY8-368" fmla="*/ 493568 h 493591"/>
              <a:gd name="connsiteX9-369" fmla="*/ 496688 w 560550"/>
              <a:gd name="connsiteY9-370" fmla="*/ 492722 h 493591"/>
              <a:gd name="connsiteX10-371" fmla="*/ 266629 w 560550"/>
              <a:gd name="connsiteY10-372" fmla="*/ 479903 h 493591"/>
              <a:gd name="connsiteX11-373" fmla="*/ 40497 w 560550"/>
              <a:gd name="connsiteY11-374" fmla="*/ 492105 h 493591"/>
              <a:gd name="connsiteX12-375" fmla="*/ 32832 w 560550"/>
              <a:gd name="connsiteY12-376" fmla="*/ 492314 h 493591"/>
              <a:gd name="connsiteX13-377" fmla="*/ 3210 w 560550"/>
              <a:gd name="connsiteY13-378" fmla="*/ 479408 h 493591"/>
              <a:gd name="connsiteX14-379" fmla="*/ 2740 w 560550"/>
              <a:gd name="connsiteY14-380" fmla="*/ 478849 h 493591"/>
              <a:gd name="connsiteX15-381" fmla="*/ 6844 w 560550"/>
              <a:gd name="connsiteY15-382" fmla="*/ 447301 h 493591"/>
              <a:gd name="connsiteX16-383" fmla="*/ 23102 w 560550"/>
              <a:gd name="connsiteY16-384" fmla="*/ 420834 h 493591"/>
              <a:gd name="connsiteX17-385" fmla="*/ 149231 w 560550"/>
              <a:gd name="connsiteY17-386" fmla="*/ 228009 h 493591"/>
              <a:gd name="connsiteX18-387" fmla="*/ 251731 w 560550"/>
              <a:gd name="connsiteY18-388" fmla="*/ 26070 h 493591"/>
              <a:gd name="connsiteX19-389" fmla="*/ 255383 w 560550"/>
              <a:gd name="connsiteY19-390" fmla="*/ 19328 h 493591"/>
              <a:gd name="connsiteX20-391" fmla="*/ 281371 w 560550"/>
              <a:gd name="connsiteY20-392" fmla="*/ 127 h 493591"/>
              <a:gd name="connsiteX21-393" fmla="*/ 282090 w 560550"/>
              <a:gd name="connsiteY21-394" fmla="*/ 0 h 493591"/>
              <a:gd name="connsiteX0-395" fmla="*/ 282090 w 560550"/>
              <a:gd name="connsiteY0-396" fmla="*/ 0 h 493591"/>
              <a:gd name="connsiteX1-397" fmla="*/ 307359 w 560550"/>
              <a:gd name="connsiteY1-398" fmla="*/ 19328 h 493591"/>
              <a:gd name="connsiteX2-399" fmla="*/ 322151 w 560550"/>
              <a:gd name="connsiteY2-400" fmla="*/ 46641 h 493591"/>
              <a:gd name="connsiteX3-401" fmla="*/ 426075 w 560550"/>
              <a:gd name="connsiteY3-402" fmla="*/ 252279 h 493591"/>
              <a:gd name="connsiteX4-403" fmla="*/ 549713 w 560550"/>
              <a:gd name="connsiteY4-404" fmla="*/ 442022 h 493591"/>
              <a:gd name="connsiteX5-405" fmla="*/ 553726 w 560550"/>
              <a:gd name="connsiteY5-406" fmla="*/ 448555 h 493591"/>
              <a:gd name="connsiteX6-407" fmla="*/ 557360 w 560550"/>
              <a:gd name="connsiteY6-408" fmla="*/ 480662 h 493591"/>
              <a:gd name="connsiteX7-409" fmla="*/ 557111 w 560550"/>
              <a:gd name="connsiteY7-410" fmla="*/ 481348 h 493591"/>
              <a:gd name="connsiteX8-411" fmla="*/ 527738 w 560550"/>
              <a:gd name="connsiteY8-412" fmla="*/ 493568 h 493591"/>
              <a:gd name="connsiteX9-413" fmla="*/ 496688 w 560550"/>
              <a:gd name="connsiteY9-414" fmla="*/ 492722 h 493591"/>
              <a:gd name="connsiteX10-415" fmla="*/ 266629 w 560550"/>
              <a:gd name="connsiteY10-416" fmla="*/ 479903 h 493591"/>
              <a:gd name="connsiteX11-417" fmla="*/ 40497 w 560550"/>
              <a:gd name="connsiteY11-418" fmla="*/ 492105 h 493591"/>
              <a:gd name="connsiteX12-419" fmla="*/ 32832 w 560550"/>
              <a:gd name="connsiteY12-420" fmla="*/ 492314 h 493591"/>
              <a:gd name="connsiteX13-421" fmla="*/ 3210 w 560550"/>
              <a:gd name="connsiteY13-422" fmla="*/ 479408 h 493591"/>
              <a:gd name="connsiteX14-423" fmla="*/ 2740 w 560550"/>
              <a:gd name="connsiteY14-424" fmla="*/ 478849 h 493591"/>
              <a:gd name="connsiteX15-425" fmla="*/ 6844 w 560550"/>
              <a:gd name="connsiteY15-426" fmla="*/ 447301 h 493591"/>
              <a:gd name="connsiteX16-427" fmla="*/ 23102 w 560550"/>
              <a:gd name="connsiteY16-428" fmla="*/ 420834 h 493591"/>
              <a:gd name="connsiteX17-429" fmla="*/ 149231 w 560550"/>
              <a:gd name="connsiteY17-430" fmla="*/ 228009 h 493591"/>
              <a:gd name="connsiteX18-431" fmla="*/ 251731 w 560550"/>
              <a:gd name="connsiteY18-432" fmla="*/ 26070 h 493591"/>
              <a:gd name="connsiteX19-433" fmla="*/ 255383 w 560550"/>
              <a:gd name="connsiteY19-434" fmla="*/ 19328 h 493591"/>
              <a:gd name="connsiteX20-435" fmla="*/ 281371 w 560550"/>
              <a:gd name="connsiteY20-436" fmla="*/ 127 h 493591"/>
              <a:gd name="connsiteX21-437" fmla="*/ 282090 w 560550"/>
              <a:gd name="connsiteY21-438" fmla="*/ 0 h 49359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33" y="connsiteY16-34"/>
              </a:cxn>
              <a:cxn ang="0">
                <a:pos x="connsiteX17-35" y="connsiteY17-36"/>
              </a:cxn>
              <a:cxn ang="0">
                <a:pos x="connsiteX18-37" y="connsiteY18-38"/>
              </a:cxn>
              <a:cxn ang="0">
                <a:pos x="connsiteX19-39" y="connsiteY19-40"/>
              </a:cxn>
              <a:cxn ang="0">
                <a:pos x="connsiteX20-41" y="connsiteY20-42"/>
              </a:cxn>
              <a:cxn ang="0">
                <a:pos x="connsiteX21-43" y="connsiteY21-44"/>
              </a:cxn>
            </a:cxnLst>
            <a:rect l="l" t="t" r="r" b="b"/>
            <a:pathLst>
              <a:path w="560550" h="493591">
                <a:moveTo>
                  <a:pt x="282090" y="0"/>
                </a:moveTo>
                <a:cubicBezTo>
                  <a:pt x="291235" y="0"/>
                  <a:pt x="300381" y="6443"/>
                  <a:pt x="307359" y="19328"/>
                </a:cubicBezTo>
                <a:lnTo>
                  <a:pt x="322151" y="46641"/>
                </a:lnTo>
                <a:cubicBezTo>
                  <a:pt x="341937" y="85466"/>
                  <a:pt x="388148" y="186382"/>
                  <a:pt x="426075" y="252279"/>
                </a:cubicBezTo>
                <a:cubicBezTo>
                  <a:pt x="464002" y="318176"/>
                  <a:pt x="528438" y="409309"/>
                  <a:pt x="549713" y="442022"/>
                </a:cubicBezTo>
                <a:lnTo>
                  <a:pt x="553726" y="448555"/>
                </a:lnTo>
                <a:cubicBezTo>
                  <a:pt x="561598" y="461368"/>
                  <a:pt x="562451" y="472766"/>
                  <a:pt x="557360" y="480662"/>
                </a:cubicBezTo>
                <a:cubicBezTo>
                  <a:pt x="557347" y="480929"/>
                  <a:pt x="557231" y="481140"/>
                  <a:pt x="557111" y="481348"/>
                </a:cubicBezTo>
                <a:cubicBezTo>
                  <a:pt x="552538" y="489268"/>
                  <a:pt x="542386" y="493968"/>
                  <a:pt x="527738" y="493568"/>
                </a:cubicBezTo>
                <a:lnTo>
                  <a:pt x="496688" y="492722"/>
                </a:lnTo>
                <a:cubicBezTo>
                  <a:pt x="453170" y="490445"/>
                  <a:pt x="342661" y="480006"/>
                  <a:pt x="266629" y="479903"/>
                </a:cubicBezTo>
                <a:cubicBezTo>
                  <a:pt x="190597" y="479800"/>
                  <a:pt x="79463" y="490037"/>
                  <a:pt x="40497" y="492105"/>
                </a:cubicBezTo>
                <a:lnTo>
                  <a:pt x="32832" y="492314"/>
                </a:lnTo>
                <a:cubicBezTo>
                  <a:pt x="17800" y="492724"/>
                  <a:pt x="7502" y="487764"/>
                  <a:pt x="3210" y="479408"/>
                </a:cubicBezTo>
                <a:cubicBezTo>
                  <a:pt x="2985" y="479262"/>
                  <a:pt x="2860" y="479056"/>
                  <a:pt x="2740" y="478849"/>
                </a:cubicBezTo>
                <a:cubicBezTo>
                  <a:pt x="-1833" y="470928"/>
                  <a:pt x="-826" y="459787"/>
                  <a:pt x="6844" y="447301"/>
                </a:cubicBezTo>
                <a:lnTo>
                  <a:pt x="23102" y="420834"/>
                </a:lnTo>
                <a:cubicBezTo>
                  <a:pt x="46833" y="384285"/>
                  <a:pt x="111126" y="293803"/>
                  <a:pt x="149231" y="228009"/>
                </a:cubicBezTo>
                <a:cubicBezTo>
                  <a:pt x="187336" y="162215"/>
                  <a:pt x="234039" y="60850"/>
                  <a:pt x="251731" y="26070"/>
                </a:cubicBezTo>
                <a:lnTo>
                  <a:pt x="255383" y="19328"/>
                </a:lnTo>
                <a:cubicBezTo>
                  <a:pt x="262543" y="6104"/>
                  <a:pt x="271988" y="-334"/>
                  <a:pt x="281371" y="127"/>
                </a:cubicBezTo>
                <a:cubicBezTo>
                  <a:pt x="281609" y="5"/>
                  <a:pt x="281850" y="0"/>
                  <a:pt x="28209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zh-CN" altLang="en-US">
              <a:solidFill>
                <a:srgbClr val="FFFFFF"/>
              </a:solidFill>
              <a:latin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10" name="KSO_Shape"/>
          <p:cNvSpPr/>
          <p:nvPr>
            <p:custDataLst>
              <p:tags r:id="rId9"/>
            </p:custDataLst>
          </p:nvPr>
        </p:nvSpPr>
        <p:spPr>
          <a:xfrm rot="10154805">
            <a:off x="8273266" y="2335838"/>
            <a:ext cx="314325" cy="276225"/>
          </a:xfrm>
          <a:custGeom>
            <a:avLst/>
            <a:gdLst>
              <a:gd name="connsiteX0" fmla="*/ 282090 w 560550"/>
              <a:gd name="connsiteY0" fmla="*/ 0 h 493591"/>
              <a:gd name="connsiteX1" fmla="*/ 307359 w 560550"/>
              <a:gd name="connsiteY1" fmla="*/ 19328 h 493591"/>
              <a:gd name="connsiteX2" fmla="*/ 322151 w 560550"/>
              <a:gd name="connsiteY2" fmla="*/ 46641 h 493591"/>
              <a:gd name="connsiteX3" fmla="*/ 422483 w 560550"/>
              <a:gd name="connsiteY3" fmla="*/ 244308 h 493591"/>
              <a:gd name="connsiteX4" fmla="*/ 421839 w 560550"/>
              <a:gd name="connsiteY4" fmla="*/ 243943 h 493591"/>
              <a:gd name="connsiteX5" fmla="*/ 426075 w 560550"/>
              <a:gd name="connsiteY5" fmla="*/ 252279 h 493591"/>
              <a:gd name="connsiteX6" fmla="*/ 549713 w 560550"/>
              <a:gd name="connsiteY6" fmla="*/ 442022 h 493591"/>
              <a:gd name="connsiteX7" fmla="*/ 553726 w 560550"/>
              <a:gd name="connsiteY7" fmla="*/ 448555 h 493591"/>
              <a:gd name="connsiteX8" fmla="*/ 557360 w 560550"/>
              <a:gd name="connsiteY8" fmla="*/ 480662 h 493591"/>
              <a:gd name="connsiteX9" fmla="*/ 557111 w 560550"/>
              <a:gd name="connsiteY9" fmla="*/ 481348 h 493591"/>
              <a:gd name="connsiteX10" fmla="*/ 527738 w 560550"/>
              <a:gd name="connsiteY10" fmla="*/ 493568 h 493591"/>
              <a:gd name="connsiteX11" fmla="*/ 496688 w 560550"/>
              <a:gd name="connsiteY11" fmla="*/ 492722 h 493591"/>
              <a:gd name="connsiteX12" fmla="*/ 275338 w 560550"/>
              <a:gd name="connsiteY12" fmla="*/ 480778 h 493591"/>
              <a:gd name="connsiteX13" fmla="*/ 275975 w 560550"/>
              <a:gd name="connsiteY13" fmla="*/ 480403 h 493591"/>
              <a:gd name="connsiteX14" fmla="*/ 266629 w 560550"/>
              <a:gd name="connsiteY14" fmla="*/ 479903 h 493591"/>
              <a:gd name="connsiteX15" fmla="*/ 40497 w 560550"/>
              <a:gd name="connsiteY15" fmla="*/ 492105 h 493591"/>
              <a:gd name="connsiteX16" fmla="*/ 32832 w 560550"/>
              <a:gd name="connsiteY16" fmla="*/ 492314 h 493591"/>
              <a:gd name="connsiteX17" fmla="*/ 3210 w 560550"/>
              <a:gd name="connsiteY17" fmla="*/ 479408 h 493591"/>
              <a:gd name="connsiteX18" fmla="*/ 2740 w 560550"/>
              <a:gd name="connsiteY18" fmla="*/ 478849 h 493591"/>
              <a:gd name="connsiteX19" fmla="*/ 6844 w 560550"/>
              <a:gd name="connsiteY19" fmla="*/ 447301 h 493591"/>
              <a:gd name="connsiteX20" fmla="*/ 23102 w 560550"/>
              <a:gd name="connsiteY20" fmla="*/ 420834 h 493591"/>
              <a:gd name="connsiteX21" fmla="*/ 144121 w 560550"/>
              <a:gd name="connsiteY21" fmla="*/ 235111 h 493591"/>
              <a:gd name="connsiteX22" fmla="*/ 144127 w 560550"/>
              <a:gd name="connsiteY22" fmla="*/ 235851 h 493591"/>
              <a:gd name="connsiteX23" fmla="*/ 149231 w 560550"/>
              <a:gd name="connsiteY23" fmla="*/ 228009 h 493591"/>
              <a:gd name="connsiteX24" fmla="*/ 251731 w 560550"/>
              <a:gd name="connsiteY24" fmla="*/ 26070 h 493591"/>
              <a:gd name="connsiteX25" fmla="*/ 255383 w 560550"/>
              <a:gd name="connsiteY25" fmla="*/ 19328 h 493591"/>
              <a:gd name="connsiteX26" fmla="*/ 281371 w 560550"/>
              <a:gd name="connsiteY26" fmla="*/ 127 h 493591"/>
              <a:gd name="connsiteX27" fmla="*/ 282090 w 560550"/>
              <a:gd name="connsiteY27" fmla="*/ 0 h 493591"/>
              <a:gd name="connsiteX0-1" fmla="*/ 282090 w 560550"/>
              <a:gd name="connsiteY0-2" fmla="*/ 0 h 493591"/>
              <a:gd name="connsiteX1-3" fmla="*/ 307359 w 560550"/>
              <a:gd name="connsiteY1-4" fmla="*/ 19328 h 493591"/>
              <a:gd name="connsiteX2-5" fmla="*/ 322151 w 560550"/>
              <a:gd name="connsiteY2-6" fmla="*/ 46641 h 493591"/>
              <a:gd name="connsiteX3-7" fmla="*/ 422483 w 560550"/>
              <a:gd name="connsiteY3-8" fmla="*/ 244308 h 493591"/>
              <a:gd name="connsiteX4-9" fmla="*/ 426075 w 560550"/>
              <a:gd name="connsiteY4-10" fmla="*/ 252279 h 493591"/>
              <a:gd name="connsiteX5-11" fmla="*/ 549713 w 560550"/>
              <a:gd name="connsiteY5-12" fmla="*/ 442022 h 493591"/>
              <a:gd name="connsiteX6-13" fmla="*/ 553726 w 560550"/>
              <a:gd name="connsiteY6-14" fmla="*/ 448555 h 493591"/>
              <a:gd name="connsiteX7-15" fmla="*/ 557360 w 560550"/>
              <a:gd name="connsiteY7-16" fmla="*/ 480662 h 493591"/>
              <a:gd name="connsiteX8-17" fmla="*/ 557111 w 560550"/>
              <a:gd name="connsiteY8-18" fmla="*/ 481348 h 493591"/>
              <a:gd name="connsiteX9-19" fmla="*/ 527738 w 560550"/>
              <a:gd name="connsiteY9-20" fmla="*/ 493568 h 493591"/>
              <a:gd name="connsiteX10-21" fmla="*/ 496688 w 560550"/>
              <a:gd name="connsiteY10-22" fmla="*/ 492722 h 493591"/>
              <a:gd name="connsiteX11-23" fmla="*/ 275338 w 560550"/>
              <a:gd name="connsiteY11-24" fmla="*/ 480778 h 493591"/>
              <a:gd name="connsiteX12-25" fmla="*/ 275975 w 560550"/>
              <a:gd name="connsiteY12-26" fmla="*/ 480403 h 493591"/>
              <a:gd name="connsiteX13-27" fmla="*/ 266629 w 560550"/>
              <a:gd name="connsiteY13-28" fmla="*/ 479903 h 493591"/>
              <a:gd name="connsiteX14-29" fmla="*/ 40497 w 560550"/>
              <a:gd name="connsiteY14-30" fmla="*/ 492105 h 493591"/>
              <a:gd name="connsiteX15-31" fmla="*/ 32832 w 560550"/>
              <a:gd name="connsiteY15-32" fmla="*/ 492314 h 493591"/>
              <a:gd name="connsiteX16-33" fmla="*/ 3210 w 560550"/>
              <a:gd name="connsiteY16-34" fmla="*/ 479408 h 493591"/>
              <a:gd name="connsiteX17-35" fmla="*/ 2740 w 560550"/>
              <a:gd name="connsiteY17-36" fmla="*/ 478849 h 493591"/>
              <a:gd name="connsiteX18-37" fmla="*/ 6844 w 560550"/>
              <a:gd name="connsiteY18-38" fmla="*/ 447301 h 493591"/>
              <a:gd name="connsiteX19-39" fmla="*/ 23102 w 560550"/>
              <a:gd name="connsiteY19-40" fmla="*/ 420834 h 493591"/>
              <a:gd name="connsiteX20-41" fmla="*/ 144121 w 560550"/>
              <a:gd name="connsiteY20-42" fmla="*/ 235111 h 493591"/>
              <a:gd name="connsiteX21-43" fmla="*/ 144127 w 560550"/>
              <a:gd name="connsiteY21-44" fmla="*/ 235851 h 493591"/>
              <a:gd name="connsiteX22-45" fmla="*/ 149231 w 560550"/>
              <a:gd name="connsiteY22-46" fmla="*/ 228009 h 493591"/>
              <a:gd name="connsiteX23-47" fmla="*/ 251731 w 560550"/>
              <a:gd name="connsiteY23-48" fmla="*/ 26070 h 493591"/>
              <a:gd name="connsiteX24-49" fmla="*/ 255383 w 560550"/>
              <a:gd name="connsiteY24-50" fmla="*/ 19328 h 493591"/>
              <a:gd name="connsiteX25-51" fmla="*/ 281371 w 560550"/>
              <a:gd name="connsiteY25-52" fmla="*/ 127 h 493591"/>
              <a:gd name="connsiteX26-53" fmla="*/ 282090 w 560550"/>
              <a:gd name="connsiteY26-54" fmla="*/ 0 h 493591"/>
              <a:gd name="connsiteX0-55" fmla="*/ 282090 w 560550"/>
              <a:gd name="connsiteY0-56" fmla="*/ 0 h 493591"/>
              <a:gd name="connsiteX1-57" fmla="*/ 307359 w 560550"/>
              <a:gd name="connsiteY1-58" fmla="*/ 19328 h 493591"/>
              <a:gd name="connsiteX2-59" fmla="*/ 322151 w 560550"/>
              <a:gd name="connsiteY2-60" fmla="*/ 46641 h 493591"/>
              <a:gd name="connsiteX3-61" fmla="*/ 426075 w 560550"/>
              <a:gd name="connsiteY3-62" fmla="*/ 252279 h 493591"/>
              <a:gd name="connsiteX4-63" fmla="*/ 549713 w 560550"/>
              <a:gd name="connsiteY4-64" fmla="*/ 442022 h 493591"/>
              <a:gd name="connsiteX5-65" fmla="*/ 553726 w 560550"/>
              <a:gd name="connsiteY5-66" fmla="*/ 448555 h 493591"/>
              <a:gd name="connsiteX6-67" fmla="*/ 557360 w 560550"/>
              <a:gd name="connsiteY6-68" fmla="*/ 480662 h 493591"/>
              <a:gd name="connsiteX7-69" fmla="*/ 557111 w 560550"/>
              <a:gd name="connsiteY7-70" fmla="*/ 481348 h 493591"/>
              <a:gd name="connsiteX8-71" fmla="*/ 527738 w 560550"/>
              <a:gd name="connsiteY8-72" fmla="*/ 493568 h 493591"/>
              <a:gd name="connsiteX9-73" fmla="*/ 496688 w 560550"/>
              <a:gd name="connsiteY9-74" fmla="*/ 492722 h 493591"/>
              <a:gd name="connsiteX10-75" fmla="*/ 275338 w 560550"/>
              <a:gd name="connsiteY10-76" fmla="*/ 480778 h 493591"/>
              <a:gd name="connsiteX11-77" fmla="*/ 275975 w 560550"/>
              <a:gd name="connsiteY11-78" fmla="*/ 480403 h 493591"/>
              <a:gd name="connsiteX12-79" fmla="*/ 266629 w 560550"/>
              <a:gd name="connsiteY12-80" fmla="*/ 479903 h 493591"/>
              <a:gd name="connsiteX13-81" fmla="*/ 40497 w 560550"/>
              <a:gd name="connsiteY13-82" fmla="*/ 492105 h 493591"/>
              <a:gd name="connsiteX14-83" fmla="*/ 32832 w 560550"/>
              <a:gd name="connsiteY14-84" fmla="*/ 492314 h 493591"/>
              <a:gd name="connsiteX15-85" fmla="*/ 3210 w 560550"/>
              <a:gd name="connsiteY15-86" fmla="*/ 479408 h 493591"/>
              <a:gd name="connsiteX16-87" fmla="*/ 2740 w 560550"/>
              <a:gd name="connsiteY16-88" fmla="*/ 478849 h 493591"/>
              <a:gd name="connsiteX17-89" fmla="*/ 6844 w 560550"/>
              <a:gd name="connsiteY17-90" fmla="*/ 447301 h 493591"/>
              <a:gd name="connsiteX18-91" fmla="*/ 23102 w 560550"/>
              <a:gd name="connsiteY18-92" fmla="*/ 420834 h 493591"/>
              <a:gd name="connsiteX19-93" fmla="*/ 144121 w 560550"/>
              <a:gd name="connsiteY19-94" fmla="*/ 235111 h 493591"/>
              <a:gd name="connsiteX20-95" fmla="*/ 144127 w 560550"/>
              <a:gd name="connsiteY20-96" fmla="*/ 235851 h 493591"/>
              <a:gd name="connsiteX21-97" fmla="*/ 149231 w 560550"/>
              <a:gd name="connsiteY21-98" fmla="*/ 228009 h 493591"/>
              <a:gd name="connsiteX22-99" fmla="*/ 251731 w 560550"/>
              <a:gd name="connsiteY22-100" fmla="*/ 26070 h 493591"/>
              <a:gd name="connsiteX23-101" fmla="*/ 255383 w 560550"/>
              <a:gd name="connsiteY23-102" fmla="*/ 19328 h 493591"/>
              <a:gd name="connsiteX24-103" fmla="*/ 281371 w 560550"/>
              <a:gd name="connsiteY24-104" fmla="*/ 127 h 493591"/>
              <a:gd name="connsiteX25-105" fmla="*/ 282090 w 560550"/>
              <a:gd name="connsiteY25-106" fmla="*/ 0 h 493591"/>
              <a:gd name="connsiteX0-107" fmla="*/ 282090 w 560550"/>
              <a:gd name="connsiteY0-108" fmla="*/ 0 h 493591"/>
              <a:gd name="connsiteX1-109" fmla="*/ 307359 w 560550"/>
              <a:gd name="connsiteY1-110" fmla="*/ 19328 h 493591"/>
              <a:gd name="connsiteX2-111" fmla="*/ 322151 w 560550"/>
              <a:gd name="connsiteY2-112" fmla="*/ 46641 h 493591"/>
              <a:gd name="connsiteX3-113" fmla="*/ 426075 w 560550"/>
              <a:gd name="connsiteY3-114" fmla="*/ 252279 h 493591"/>
              <a:gd name="connsiteX4-115" fmla="*/ 549713 w 560550"/>
              <a:gd name="connsiteY4-116" fmla="*/ 442022 h 493591"/>
              <a:gd name="connsiteX5-117" fmla="*/ 553726 w 560550"/>
              <a:gd name="connsiteY5-118" fmla="*/ 448555 h 493591"/>
              <a:gd name="connsiteX6-119" fmla="*/ 557360 w 560550"/>
              <a:gd name="connsiteY6-120" fmla="*/ 480662 h 493591"/>
              <a:gd name="connsiteX7-121" fmla="*/ 557111 w 560550"/>
              <a:gd name="connsiteY7-122" fmla="*/ 481348 h 493591"/>
              <a:gd name="connsiteX8-123" fmla="*/ 527738 w 560550"/>
              <a:gd name="connsiteY8-124" fmla="*/ 493568 h 493591"/>
              <a:gd name="connsiteX9-125" fmla="*/ 496688 w 560550"/>
              <a:gd name="connsiteY9-126" fmla="*/ 492722 h 493591"/>
              <a:gd name="connsiteX10-127" fmla="*/ 275338 w 560550"/>
              <a:gd name="connsiteY10-128" fmla="*/ 480778 h 493591"/>
              <a:gd name="connsiteX11-129" fmla="*/ 275975 w 560550"/>
              <a:gd name="connsiteY11-130" fmla="*/ 480403 h 493591"/>
              <a:gd name="connsiteX12-131" fmla="*/ 266629 w 560550"/>
              <a:gd name="connsiteY12-132" fmla="*/ 479903 h 493591"/>
              <a:gd name="connsiteX13-133" fmla="*/ 40497 w 560550"/>
              <a:gd name="connsiteY13-134" fmla="*/ 492105 h 493591"/>
              <a:gd name="connsiteX14-135" fmla="*/ 32832 w 560550"/>
              <a:gd name="connsiteY14-136" fmla="*/ 492314 h 493591"/>
              <a:gd name="connsiteX15-137" fmla="*/ 3210 w 560550"/>
              <a:gd name="connsiteY15-138" fmla="*/ 479408 h 493591"/>
              <a:gd name="connsiteX16-139" fmla="*/ 2740 w 560550"/>
              <a:gd name="connsiteY16-140" fmla="*/ 478849 h 493591"/>
              <a:gd name="connsiteX17-141" fmla="*/ 6844 w 560550"/>
              <a:gd name="connsiteY17-142" fmla="*/ 447301 h 493591"/>
              <a:gd name="connsiteX18-143" fmla="*/ 23102 w 560550"/>
              <a:gd name="connsiteY18-144" fmla="*/ 420834 h 493591"/>
              <a:gd name="connsiteX19-145" fmla="*/ 144121 w 560550"/>
              <a:gd name="connsiteY19-146" fmla="*/ 235111 h 493591"/>
              <a:gd name="connsiteX20-147" fmla="*/ 144127 w 560550"/>
              <a:gd name="connsiteY20-148" fmla="*/ 235851 h 493591"/>
              <a:gd name="connsiteX21-149" fmla="*/ 149231 w 560550"/>
              <a:gd name="connsiteY21-150" fmla="*/ 228009 h 493591"/>
              <a:gd name="connsiteX22-151" fmla="*/ 251731 w 560550"/>
              <a:gd name="connsiteY22-152" fmla="*/ 26070 h 493591"/>
              <a:gd name="connsiteX23-153" fmla="*/ 255383 w 560550"/>
              <a:gd name="connsiteY23-154" fmla="*/ 19328 h 493591"/>
              <a:gd name="connsiteX24-155" fmla="*/ 281371 w 560550"/>
              <a:gd name="connsiteY24-156" fmla="*/ 127 h 493591"/>
              <a:gd name="connsiteX25-157" fmla="*/ 282090 w 560550"/>
              <a:gd name="connsiteY25-158" fmla="*/ 0 h 493591"/>
              <a:gd name="connsiteX0-159" fmla="*/ 282090 w 560550"/>
              <a:gd name="connsiteY0-160" fmla="*/ 0 h 493591"/>
              <a:gd name="connsiteX1-161" fmla="*/ 307359 w 560550"/>
              <a:gd name="connsiteY1-162" fmla="*/ 19328 h 493591"/>
              <a:gd name="connsiteX2-163" fmla="*/ 322151 w 560550"/>
              <a:gd name="connsiteY2-164" fmla="*/ 46641 h 493591"/>
              <a:gd name="connsiteX3-165" fmla="*/ 426075 w 560550"/>
              <a:gd name="connsiteY3-166" fmla="*/ 252279 h 493591"/>
              <a:gd name="connsiteX4-167" fmla="*/ 549713 w 560550"/>
              <a:gd name="connsiteY4-168" fmla="*/ 442022 h 493591"/>
              <a:gd name="connsiteX5-169" fmla="*/ 553726 w 560550"/>
              <a:gd name="connsiteY5-170" fmla="*/ 448555 h 493591"/>
              <a:gd name="connsiteX6-171" fmla="*/ 557360 w 560550"/>
              <a:gd name="connsiteY6-172" fmla="*/ 480662 h 493591"/>
              <a:gd name="connsiteX7-173" fmla="*/ 557111 w 560550"/>
              <a:gd name="connsiteY7-174" fmla="*/ 481348 h 493591"/>
              <a:gd name="connsiteX8-175" fmla="*/ 527738 w 560550"/>
              <a:gd name="connsiteY8-176" fmla="*/ 493568 h 493591"/>
              <a:gd name="connsiteX9-177" fmla="*/ 496688 w 560550"/>
              <a:gd name="connsiteY9-178" fmla="*/ 492722 h 493591"/>
              <a:gd name="connsiteX10-179" fmla="*/ 275338 w 560550"/>
              <a:gd name="connsiteY10-180" fmla="*/ 480778 h 493591"/>
              <a:gd name="connsiteX11-181" fmla="*/ 275975 w 560550"/>
              <a:gd name="connsiteY11-182" fmla="*/ 480403 h 493591"/>
              <a:gd name="connsiteX12-183" fmla="*/ 266629 w 560550"/>
              <a:gd name="connsiteY12-184" fmla="*/ 479903 h 493591"/>
              <a:gd name="connsiteX13-185" fmla="*/ 40497 w 560550"/>
              <a:gd name="connsiteY13-186" fmla="*/ 492105 h 493591"/>
              <a:gd name="connsiteX14-187" fmla="*/ 32832 w 560550"/>
              <a:gd name="connsiteY14-188" fmla="*/ 492314 h 493591"/>
              <a:gd name="connsiteX15-189" fmla="*/ 3210 w 560550"/>
              <a:gd name="connsiteY15-190" fmla="*/ 479408 h 493591"/>
              <a:gd name="connsiteX16-191" fmla="*/ 2740 w 560550"/>
              <a:gd name="connsiteY16-192" fmla="*/ 478849 h 493591"/>
              <a:gd name="connsiteX17-193" fmla="*/ 6844 w 560550"/>
              <a:gd name="connsiteY17-194" fmla="*/ 447301 h 493591"/>
              <a:gd name="connsiteX18-195" fmla="*/ 23102 w 560550"/>
              <a:gd name="connsiteY18-196" fmla="*/ 420834 h 493591"/>
              <a:gd name="connsiteX19-197" fmla="*/ 144121 w 560550"/>
              <a:gd name="connsiteY19-198" fmla="*/ 235111 h 493591"/>
              <a:gd name="connsiteX20-199" fmla="*/ 149231 w 560550"/>
              <a:gd name="connsiteY20-200" fmla="*/ 228009 h 493591"/>
              <a:gd name="connsiteX21-201" fmla="*/ 251731 w 560550"/>
              <a:gd name="connsiteY21-202" fmla="*/ 26070 h 493591"/>
              <a:gd name="connsiteX22-203" fmla="*/ 255383 w 560550"/>
              <a:gd name="connsiteY22-204" fmla="*/ 19328 h 493591"/>
              <a:gd name="connsiteX23-205" fmla="*/ 281371 w 560550"/>
              <a:gd name="connsiteY23-206" fmla="*/ 127 h 493591"/>
              <a:gd name="connsiteX24-207" fmla="*/ 282090 w 560550"/>
              <a:gd name="connsiteY24-208" fmla="*/ 0 h 493591"/>
              <a:gd name="connsiteX0-209" fmla="*/ 282090 w 560550"/>
              <a:gd name="connsiteY0-210" fmla="*/ 0 h 493591"/>
              <a:gd name="connsiteX1-211" fmla="*/ 307359 w 560550"/>
              <a:gd name="connsiteY1-212" fmla="*/ 19328 h 493591"/>
              <a:gd name="connsiteX2-213" fmla="*/ 322151 w 560550"/>
              <a:gd name="connsiteY2-214" fmla="*/ 46641 h 493591"/>
              <a:gd name="connsiteX3-215" fmla="*/ 426075 w 560550"/>
              <a:gd name="connsiteY3-216" fmla="*/ 252279 h 493591"/>
              <a:gd name="connsiteX4-217" fmla="*/ 549713 w 560550"/>
              <a:gd name="connsiteY4-218" fmla="*/ 442022 h 493591"/>
              <a:gd name="connsiteX5-219" fmla="*/ 553726 w 560550"/>
              <a:gd name="connsiteY5-220" fmla="*/ 448555 h 493591"/>
              <a:gd name="connsiteX6-221" fmla="*/ 557360 w 560550"/>
              <a:gd name="connsiteY6-222" fmla="*/ 480662 h 493591"/>
              <a:gd name="connsiteX7-223" fmla="*/ 557111 w 560550"/>
              <a:gd name="connsiteY7-224" fmla="*/ 481348 h 493591"/>
              <a:gd name="connsiteX8-225" fmla="*/ 527738 w 560550"/>
              <a:gd name="connsiteY8-226" fmla="*/ 493568 h 493591"/>
              <a:gd name="connsiteX9-227" fmla="*/ 496688 w 560550"/>
              <a:gd name="connsiteY9-228" fmla="*/ 492722 h 493591"/>
              <a:gd name="connsiteX10-229" fmla="*/ 275338 w 560550"/>
              <a:gd name="connsiteY10-230" fmla="*/ 480778 h 493591"/>
              <a:gd name="connsiteX11-231" fmla="*/ 275975 w 560550"/>
              <a:gd name="connsiteY11-232" fmla="*/ 480403 h 493591"/>
              <a:gd name="connsiteX12-233" fmla="*/ 266629 w 560550"/>
              <a:gd name="connsiteY12-234" fmla="*/ 479903 h 493591"/>
              <a:gd name="connsiteX13-235" fmla="*/ 40497 w 560550"/>
              <a:gd name="connsiteY13-236" fmla="*/ 492105 h 493591"/>
              <a:gd name="connsiteX14-237" fmla="*/ 32832 w 560550"/>
              <a:gd name="connsiteY14-238" fmla="*/ 492314 h 493591"/>
              <a:gd name="connsiteX15-239" fmla="*/ 3210 w 560550"/>
              <a:gd name="connsiteY15-240" fmla="*/ 479408 h 493591"/>
              <a:gd name="connsiteX16-241" fmla="*/ 2740 w 560550"/>
              <a:gd name="connsiteY16-242" fmla="*/ 478849 h 493591"/>
              <a:gd name="connsiteX17-243" fmla="*/ 6844 w 560550"/>
              <a:gd name="connsiteY17-244" fmla="*/ 447301 h 493591"/>
              <a:gd name="connsiteX18-245" fmla="*/ 23102 w 560550"/>
              <a:gd name="connsiteY18-246" fmla="*/ 420834 h 493591"/>
              <a:gd name="connsiteX19-247" fmla="*/ 149231 w 560550"/>
              <a:gd name="connsiteY19-248" fmla="*/ 228009 h 493591"/>
              <a:gd name="connsiteX20-249" fmla="*/ 251731 w 560550"/>
              <a:gd name="connsiteY20-250" fmla="*/ 26070 h 493591"/>
              <a:gd name="connsiteX21-251" fmla="*/ 255383 w 560550"/>
              <a:gd name="connsiteY21-252" fmla="*/ 19328 h 493591"/>
              <a:gd name="connsiteX22-253" fmla="*/ 281371 w 560550"/>
              <a:gd name="connsiteY22-254" fmla="*/ 127 h 493591"/>
              <a:gd name="connsiteX23-255" fmla="*/ 282090 w 560550"/>
              <a:gd name="connsiteY23-256" fmla="*/ 0 h 493591"/>
              <a:gd name="connsiteX0-257" fmla="*/ 282090 w 560550"/>
              <a:gd name="connsiteY0-258" fmla="*/ 0 h 493591"/>
              <a:gd name="connsiteX1-259" fmla="*/ 307359 w 560550"/>
              <a:gd name="connsiteY1-260" fmla="*/ 19328 h 493591"/>
              <a:gd name="connsiteX2-261" fmla="*/ 322151 w 560550"/>
              <a:gd name="connsiteY2-262" fmla="*/ 46641 h 493591"/>
              <a:gd name="connsiteX3-263" fmla="*/ 426075 w 560550"/>
              <a:gd name="connsiteY3-264" fmla="*/ 252279 h 493591"/>
              <a:gd name="connsiteX4-265" fmla="*/ 549713 w 560550"/>
              <a:gd name="connsiteY4-266" fmla="*/ 442022 h 493591"/>
              <a:gd name="connsiteX5-267" fmla="*/ 553726 w 560550"/>
              <a:gd name="connsiteY5-268" fmla="*/ 448555 h 493591"/>
              <a:gd name="connsiteX6-269" fmla="*/ 557360 w 560550"/>
              <a:gd name="connsiteY6-270" fmla="*/ 480662 h 493591"/>
              <a:gd name="connsiteX7-271" fmla="*/ 557111 w 560550"/>
              <a:gd name="connsiteY7-272" fmla="*/ 481348 h 493591"/>
              <a:gd name="connsiteX8-273" fmla="*/ 527738 w 560550"/>
              <a:gd name="connsiteY8-274" fmla="*/ 493568 h 493591"/>
              <a:gd name="connsiteX9-275" fmla="*/ 496688 w 560550"/>
              <a:gd name="connsiteY9-276" fmla="*/ 492722 h 493591"/>
              <a:gd name="connsiteX10-277" fmla="*/ 275338 w 560550"/>
              <a:gd name="connsiteY10-278" fmla="*/ 480778 h 493591"/>
              <a:gd name="connsiteX11-279" fmla="*/ 275975 w 560550"/>
              <a:gd name="connsiteY11-280" fmla="*/ 480403 h 493591"/>
              <a:gd name="connsiteX12-281" fmla="*/ 266629 w 560550"/>
              <a:gd name="connsiteY12-282" fmla="*/ 479903 h 493591"/>
              <a:gd name="connsiteX13-283" fmla="*/ 40497 w 560550"/>
              <a:gd name="connsiteY13-284" fmla="*/ 492105 h 493591"/>
              <a:gd name="connsiteX14-285" fmla="*/ 32832 w 560550"/>
              <a:gd name="connsiteY14-286" fmla="*/ 492314 h 493591"/>
              <a:gd name="connsiteX15-287" fmla="*/ 3210 w 560550"/>
              <a:gd name="connsiteY15-288" fmla="*/ 479408 h 493591"/>
              <a:gd name="connsiteX16-289" fmla="*/ 2740 w 560550"/>
              <a:gd name="connsiteY16-290" fmla="*/ 478849 h 493591"/>
              <a:gd name="connsiteX17-291" fmla="*/ 6844 w 560550"/>
              <a:gd name="connsiteY17-292" fmla="*/ 447301 h 493591"/>
              <a:gd name="connsiteX18-293" fmla="*/ 23102 w 560550"/>
              <a:gd name="connsiteY18-294" fmla="*/ 420834 h 493591"/>
              <a:gd name="connsiteX19-295" fmla="*/ 149231 w 560550"/>
              <a:gd name="connsiteY19-296" fmla="*/ 228009 h 493591"/>
              <a:gd name="connsiteX20-297" fmla="*/ 251731 w 560550"/>
              <a:gd name="connsiteY20-298" fmla="*/ 26070 h 493591"/>
              <a:gd name="connsiteX21-299" fmla="*/ 255383 w 560550"/>
              <a:gd name="connsiteY21-300" fmla="*/ 19328 h 493591"/>
              <a:gd name="connsiteX22-301" fmla="*/ 281371 w 560550"/>
              <a:gd name="connsiteY22-302" fmla="*/ 127 h 493591"/>
              <a:gd name="connsiteX23-303" fmla="*/ 282090 w 560550"/>
              <a:gd name="connsiteY23-304" fmla="*/ 0 h 493591"/>
              <a:gd name="connsiteX0-305" fmla="*/ 282090 w 560550"/>
              <a:gd name="connsiteY0-306" fmla="*/ 0 h 493591"/>
              <a:gd name="connsiteX1-307" fmla="*/ 307359 w 560550"/>
              <a:gd name="connsiteY1-308" fmla="*/ 19328 h 493591"/>
              <a:gd name="connsiteX2-309" fmla="*/ 322151 w 560550"/>
              <a:gd name="connsiteY2-310" fmla="*/ 46641 h 493591"/>
              <a:gd name="connsiteX3-311" fmla="*/ 426075 w 560550"/>
              <a:gd name="connsiteY3-312" fmla="*/ 252279 h 493591"/>
              <a:gd name="connsiteX4-313" fmla="*/ 549713 w 560550"/>
              <a:gd name="connsiteY4-314" fmla="*/ 442022 h 493591"/>
              <a:gd name="connsiteX5-315" fmla="*/ 553726 w 560550"/>
              <a:gd name="connsiteY5-316" fmla="*/ 448555 h 493591"/>
              <a:gd name="connsiteX6-317" fmla="*/ 557360 w 560550"/>
              <a:gd name="connsiteY6-318" fmla="*/ 480662 h 493591"/>
              <a:gd name="connsiteX7-319" fmla="*/ 557111 w 560550"/>
              <a:gd name="connsiteY7-320" fmla="*/ 481348 h 493591"/>
              <a:gd name="connsiteX8-321" fmla="*/ 527738 w 560550"/>
              <a:gd name="connsiteY8-322" fmla="*/ 493568 h 493591"/>
              <a:gd name="connsiteX9-323" fmla="*/ 496688 w 560550"/>
              <a:gd name="connsiteY9-324" fmla="*/ 492722 h 493591"/>
              <a:gd name="connsiteX10-325" fmla="*/ 275338 w 560550"/>
              <a:gd name="connsiteY10-326" fmla="*/ 480778 h 493591"/>
              <a:gd name="connsiteX11-327" fmla="*/ 266629 w 560550"/>
              <a:gd name="connsiteY11-328" fmla="*/ 479903 h 493591"/>
              <a:gd name="connsiteX12-329" fmla="*/ 40497 w 560550"/>
              <a:gd name="connsiteY12-330" fmla="*/ 492105 h 493591"/>
              <a:gd name="connsiteX13-331" fmla="*/ 32832 w 560550"/>
              <a:gd name="connsiteY13-332" fmla="*/ 492314 h 493591"/>
              <a:gd name="connsiteX14-333" fmla="*/ 3210 w 560550"/>
              <a:gd name="connsiteY14-334" fmla="*/ 479408 h 493591"/>
              <a:gd name="connsiteX15-335" fmla="*/ 2740 w 560550"/>
              <a:gd name="connsiteY15-336" fmla="*/ 478849 h 493591"/>
              <a:gd name="connsiteX16-337" fmla="*/ 6844 w 560550"/>
              <a:gd name="connsiteY16-338" fmla="*/ 447301 h 493591"/>
              <a:gd name="connsiteX17-339" fmla="*/ 23102 w 560550"/>
              <a:gd name="connsiteY17-340" fmla="*/ 420834 h 493591"/>
              <a:gd name="connsiteX18-341" fmla="*/ 149231 w 560550"/>
              <a:gd name="connsiteY18-342" fmla="*/ 228009 h 493591"/>
              <a:gd name="connsiteX19-343" fmla="*/ 251731 w 560550"/>
              <a:gd name="connsiteY19-344" fmla="*/ 26070 h 493591"/>
              <a:gd name="connsiteX20-345" fmla="*/ 255383 w 560550"/>
              <a:gd name="connsiteY20-346" fmla="*/ 19328 h 493591"/>
              <a:gd name="connsiteX21-347" fmla="*/ 281371 w 560550"/>
              <a:gd name="connsiteY21-348" fmla="*/ 127 h 493591"/>
              <a:gd name="connsiteX22-349" fmla="*/ 282090 w 560550"/>
              <a:gd name="connsiteY22-350" fmla="*/ 0 h 493591"/>
              <a:gd name="connsiteX0-351" fmla="*/ 282090 w 560550"/>
              <a:gd name="connsiteY0-352" fmla="*/ 0 h 493591"/>
              <a:gd name="connsiteX1-353" fmla="*/ 307359 w 560550"/>
              <a:gd name="connsiteY1-354" fmla="*/ 19328 h 493591"/>
              <a:gd name="connsiteX2-355" fmla="*/ 322151 w 560550"/>
              <a:gd name="connsiteY2-356" fmla="*/ 46641 h 493591"/>
              <a:gd name="connsiteX3-357" fmla="*/ 426075 w 560550"/>
              <a:gd name="connsiteY3-358" fmla="*/ 252279 h 493591"/>
              <a:gd name="connsiteX4-359" fmla="*/ 549713 w 560550"/>
              <a:gd name="connsiteY4-360" fmla="*/ 442022 h 493591"/>
              <a:gd name="connsiteX5-361" fmla="*/ 553726 w 560550"/>
              <a:gd name="connsiteY5-362" fmla="*/ 448555 h 493591"/>
              <a:gd name="connsiteX6-363" fmla="*/ 557360 w 560550"/>
              <a:gd name="connsiteY6-364" fmla="*/ 480662 h 493591"/>
              <a:gd name="connsiteX7-365" fmla="*/ 557111 w 560550"/>
              <a:gd name="connsiteY7-366" fmla="*/ 481348 h 493591"/>
              <a:gd name="connsiteX8-367" fmla="*/ 527738 w 560550"/>
              <a:gd name="connsiteY8-368" fmla="*/ 493568 h 493591"/>
              <a:gd name="connsiteX9-369" fmla="*/ 496688 w 560550"/>
              <a:gd name="connsiteY9-370" fmla="*/ 492722 h 493591"/>
              <a:gd name="connsiteX10-371" fmla="*/ 266629 w 560550"/>
              <a:gd name="connsiteY10-372" fmla="*/ 479903 h 493591"/>
              <a:gd name="connsiteX11-373" fmla="*/ 40497 w 560550"/>
              <a:gd name="connsiteY11-374" fmla="*/ 492105 h 493591"/>
              <a:gd name="connsiteX12-375" fmla="*/ 32832 w 560550"/>
              <a:gd name="connsiteY12-376" fmla="*/ 492314 h 493591"/>
              <a:gd name="connsiteX13-377" fmla="*/ 3210 w 560550"/>
              <a:gd name="connsiteY13-378" fmla="*/ 479408 h 493591"/>
              <a:gd name="connsiteX14-379" fmla="*/ 2740 w 560550"/>
              <a:gd name="connsiteY14-380" fmla="*/ 478849 h 493591"/>
              <a:gd name="connsiteX15-381" fmla="*/ 6844 w 560550"/>
              <a:gd name="connsiteY15-382" fmla="*/ 447301 h 493591"/>
              <a:gd name="connsiteX16-383" fmla="*/ 23102 w 560550"/>
              <a:gd name="connsiteY16-384" fmla="*/ 420834 h 493591"/>
              <a:gd name="connsiteX17-385" fmla="*/ 149231 w 560550"/>
              <a:gd name="connsiteY17-386" fmla="*/ 228009 h 493591"/>
              <a:gd name="connsiteX18-387" fmla="*/ 251731 w 560550"/>
              <a:gd name="connsiteY18-388" fmla="*/ 26070 h 493591"/>
              <a:gd name="connsiteX19-389" fmla="*/ 255383 w 560550"/>
              <a:gd name="connsiteY19-390" fmla="*/ 19328 h 493591"/>
              <a:gd name="connsiteX20-391" fmla="*/ 281371 w 560550"/>
              <a:gd name="connsiteY20-392" fmla="*/ 127 h 493591"/>
              <a:gd name="connsiteX21-393" fmla="*/ 282090 w 560550"/>
              <a:gd name="connsiteY21-394" fmla="*/ 0 h 493591"/>
              <a:gd name="connsiteX0-395" fmla="*/ 282090 w 560550"/>
              <a:gd name="connsiteY0-396" fmla="*/ 0 h 493591"/>
              <a:gd name="connsiteX1-397" fmla="*/ 307359 w 560550"/>
              <a:gd name="connsiteY1-398" fmla="*/ 19328 h 493591"/>
              <a:gd name="connsiteX2-399" fmla="*/ 322151 w 560550"/>
              <a:gd name="connsiteY2-400" fmla="*/ 46641 h 493591"/>
              <a:gd name="connsiteX3-401" fmla="*/ 426075 w 560550"/>
              <a:gd name="connsiteY3-402" fmla="*/ 252279 h 493591"/>
              <a:gd name="connsiteX4-403" fmla="*/ 549713 w 560550"/>
              <a:gd name="connsiteY4-404" fmla="*/ 442022 h 493591"/>
              <a:gd name="connsiteX5-405" fmla="*/ 553726 w 560550"/>
              <a:gd name="connsiteY5-406" fmla="*/ 448555 h 493591"/>
              <a:gd name="connsiteX6-407" fmla="*/ 557360 w 560550"/>
              <a:gd name="connsiteY6-408" fmla="*/ 480662 h 493591"/>
              <a:gd name="connsiteX7-409" fmla="*/ 557111 w 560550"/>
              <a:gd name="connsiteY7-410" fmla="*/ 481348 h 493591"/>
              <a:gd name="connsiteX8-411" fmla="*/ 527738 w 560550"/>
              <a:gd name="connsiteY8-412" fmla="*/ 493568 h 493591"/>
              <a:gd name="connsiteX9-413" fmla="*/ 496688 w 560550"/>
              <a:gd name="connsiteY9-414" fmla="*/ 492722 h 493591"/>
              <a:gd name="connsiteX10-415" fmla="*/ 266629 w 560550"/>
              <a:gd name="connsiteY10-416" fmla="*/ 479903 h 493591"/>
              <a:gd name="connsiteX11-417" fmla="*/ 40497 w 560550"/>
              <a:gd name="connsiteY11-418" fmla="*/ 492105 h 493591"/>
              <a:gd name="connsiteX12-419" fmla="*/ 32832 w 560550"/>
              <a:gd name="connsiteY12-420" fmla="*/ 492314 h 493591"/>
              <a:gd name="connsiteX13-421" fmla="*/ 3210 w 560550"/>
              <a:gd name="connsiteY13-422" fmla="*/ 479408 h 493591"/>
              <a:gd name="connsiteX14-423" fmla="*/ 2740 w 560550"/>
              <a:gd name="connsiteY14-424" fmla="*/ 478849 h 493591"/>
              <a:gd name="connsiteX15-425" fmla="*/ 6844 w 560550"/>
              <a:gd name="connsiteY15-426" fmla="*/ 447301 h 493591"/>
              <a:gd name="connsiteX16-427" fmla="*/ 23102 w 560550"/>
              <a:gd name="connsiteY16-428" fmla="*/ 420834 h 493591"/>
              <a:gd name="connsiteX17-429" fmla="*/ 149231 w 560550"/>
              <a:gd name="connsiteY17-430" fmla="*/ 228009 h 493591"/>
              <a:gd name="connsiteX18-431" fmla="*/ 251731 w 560550"/>
              <a:gd name="connsiteY18-432" fmla="*/ 26070 h 493591"/>
              <a:gd name="connsiteX19-433" fmla="*/ 255383 w 560550"/>
              <a:gd name="connsiteY19-434" fmla="*/ 19328 h 493591"/>
              <a:gd name="connsiteX20-435" fmla="*/ 281371 w 560550"/>
              <a:gd name="connsiteY20-436" fmla="*/ 127 h 493591"/>
              <a:gd name="connsiteX21-437" fmla="*/ 282090 w 560550"/>
              <a:gd name="connsiteY21-438" fmla="*/ 0 h 49359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33" y="connsiteY16-34"/>
              </a:cxn>
              <a:cxn ang="0">
                <a:pos x="connsiteX17-35" y="connsiteY17-36"/>
              </a:cxn>
              <a:cxn ang="0">
                <a:pos x="connsiteX18-37" y="connsiteY18-38"/>
              </a:cxn>
              <a:cxn ang="0">
                <a:pos x="connsiteX19-39" y="connsiteY19-40"/>
              </a:cxn>
              <a:cxn ang="0">
                <a:pos x="connsiteX20-41" y="connsiteY20-42"/>
              </a:cxn>
              <a:cxn ang="0">
                <a:pos x="connsiteX21-43" y="connsiteY21-44"/>
              </a:cxn>
            </a:cxnLst>
            <a:rect l="l" t="t" r="r" b="b"/>
            <a:pathLst>
              <a:path w="560550" h="493591">
                <a:moveTo>
                  <a:pt x="282090" y="0"/>
                </a:moveTo>
                <a:cubicBezTo>
                  <a:pt x="291235" y="0"/>
                  <a:pt x="300381" y="6443"/>
                  <a:pt x="307359" y="19328"/>
                </a:cubicBezTo>
                <a:lnTo>
                  <a:pt x="322151" y="46641"/>
                </a:lnTo>
                <a:cubicBezTo>
                  <a:pt x="341937" y="85466"/>
                  <a:pt x="388148" y="186382"/>
                  <a:pt x="426075" y="252279"/>
                </a:cubicBezTo>
                <a:cubicBezTo>
                  <a:pt x="464002" y="318176"/>
                  <a:pt x="528438" y="409309"/>
                  <a:pt x="549713" y="442022"/>
                </a:cubicBezTo>
                <a:lnTo>
                  <a:pt x="553726" y="448555"/>
                </a:lnTo>
                <a:cubicBezTo>
                  <a:pt x="561598" y="461368"/>
                  <a:pt x="562451" y="472766"/>
                  <a:pt x="557360" y="480662"/>
                </a:cubicBezTo>
                <a:cubicBezTo>
                  <a:pt x="557347" y="480929"/>
                  <a:pt x="557231" y="481140"/>
                  <a:pt x="557111" y="481348"/>
                </a:cubicBezTo>
                <a:cubicBezTo>
                  <a:pt x="552538" y="489268"/>
                  <a:pt x="542386" y="493968"/>
                  <a:pt x="527738" y="493568"/>
                </a:cubicBezTo>
                <a:lnTo>
                  <a:pt x="496688" y="492722"/>
                </a:lnTo>
                <a:cubicBezTo>
                  <a:pt x="453170" y="490445"/>
                  <a:pt x="342661" y="480006"/>
                  <a:pt x="266629" y="479903"/>
                </a:cubicBezTo>
                <a:cubicBezTo>
                  <a:pt x="190597" y="479800"/>
                  <a:pt x="79463" y="490037"/>
                  <a:pt x="40497" y="492105"/>
                </a:cubicBezTo>
                <a:lnTo>
                  <a:pt x="32832" y="492314"/>
                </a:lnTo>
                <a:cubicBezTo>
                  <a:pt x="17800" y="492724"/>
                  <a:pt x="7502" y="487764"/>
                  <a:pt x="3210" y="479408"/>
                </a:cubicBezTo>
                <a:cubicBezTo>
                  <a:pt x="2985" y="479262"/>
                  <a:pt x="2860" y="479056"/>
                  <a:pt x="2740" y="478849"/>
                </a:cubicBezTo>
                <a:cubicBezTo>
                  <a:pt x="-1833" y="470928"/>
                  <a:pt x="-826" y="459787"/>
                  <a:pt x="6844" y="447301"/>
                </a:cubicBezTo>
                <a:lnTo>
                  <a:pt x="23102" y="420834"/>
                </a:lnTo>
                <a:cubicBezTo>
                  <a:pt x="46833" y="384285"/>
                  <a:pt x="111126" y="293803"/>
                  <a:pt x="149231" y="228009"/>
                </a:cubicBezTo>
                <a:cubicBezTo>
                  <a:pt x="187336" y="162215"/>
                  <a:pt x="234039" y="60850"/>
                  <a:pt x="251731" y="26070"/>
                </a:cubicBezTo>
                <a:lnTo>
                  <a:pt x="255383" y="19328"/>
                </a:lnTo>
                <a:cubicBezTo>
                  <a:pt x="262543" y="6104"/>
                  <a:pt x="271988" y="-334"/>
                  <a:pt x="281371" y="127"/>
                </a:cubicBezTo>
                <a:cubicBezTo>
                  <a:pt x="281609" y="5"/>
                  <a:pt x="281850" y="0"/>
                  <a:pt x="282090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zh-CN" altLang="en-US" dirty="0">
              <a:solidFill>
                <a:srgbClr val="FFFFFF"/>
              </a:solidFill>
              <a:latin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11" name="KSO_Shape"/>
          <p:cNvSpPr/>
          <p:nvPr>
            <p:custDataLst>
              <p:tags r:id="rId10"/>
            </p:custDataLst>
          </p:nvPr>
        </p:nvSpPr>
        <p:spPr>
          <a:xfrm rot="13326744">
            <a:off x="1309688" y="4641850"/>
            <a:ext cx="628650" cy="554038"/>
          </a:xfrm>
          <a:custGeom>
            <a:avLst/>
            <a:gdLst>
              <a:gd name="connsiteX0" fmla="*/ 282090 w 560550"/>
              <a:gd name="connsiteY0" fmla="*/ 0 h 493591"/>
              <a:gd name="connsiteX1" fmla="*/ 307359 w 560550"/>
              <a:gd name="connsiteY1" fmla="*/ 19328 h 493591"/>
              <a:gd name="connsiteX2" fmla="*/ 322151 w 560550"/>
              <a:gd name="connsiteY2" fmla="*/ 46641 h 493591"/>
              <a:gd name="connsiteX3" fmla="*/ 422483 w 560550"/>
              <a:gd name="connsiteY3" fmla="*/ 244308 h 493591"/>
              <a:gd name="connsiteX4" fmla="*/ 421839 w 560550"/>
              <a:gd name="connsiteY4" fmla="*/ 243943 h 493591"/>
              <a:gd name="connsiteX5" fmla="*/ 426075 w 560550"/>
              <a:gd name="connsiteY5" fmla="*/ 252279 h 493591"/>
              <a:gd name="connsiteX6" fmla="*/ 549713 w 560550"/>
              <a:gd name="connsiteY6" fmla="*/ 442022 h 493591"/>
              <a:gd name="connsiteX7" fmla="*/ 553726 w 560550"/>
              <a:gd name="connsiteY7" fmla="*/ 448555 h 493591"/>
              <a:gd name="connsiteX8" fmla="*/ 557360 w 560550"/>
              <a:gd name="connsiteY8" fmla="*/ 480662 h 493591"/>
              <a:gd name="connsiteX9" fmla="*/ 557111 w 560550"/>
              <a:gd name="connsiteY9" fmla="*/ 481348 h 493591"/>
              <a:gd name="connsiteX10" fmla="*/ 527738 w 560550"/>
              <a:gd name="connsiteY10" fmla="*/ 493568 h 493591"/>
              <a:gd name="connsiteX11" fmla="*/ 496688 w 560550"/>
              <a:gd name="connsiteY11" fmla="*/ 492722 h 493591"/>
              <a:gd name="connsiteX12" fmla="*/ 275338 w 560550"/>
              <a:gd name="connsiteY12" fmla="*/ 480778 h 493591"/>
              <a:gd name="connsiteX13" fmla="*/ 275975 w 560550"/>
              <a:gd name="connsiteY13" fmla="*/ 480403 h 493591"/>
              <a:gd name="connsiteX14" fmla="*/ 266629 w 560550"/>
              <a:gd name="connsiteY14" fmla="*/ 479903 h 493591"/>
              <a:gd name="connsiteX15" fmla="*/ 40497 w 560550"/>
              <a:gd name="connsiteY15" fmla="*/ 492105 h 493591"/>
              <a:gd name="connsiteX16" fmla="*/ 32832 w 560550"/>
              <a:gd name="connsiteY16" fmla="*/ 492314 h 493591"/>
              <a:gd name="connsiteX17" fmla="*/ 3210 w 560550"/>
              <a:gd name="connsiteY17" fmla="*/ 479408 h 493591"/>
              <a:gd name="connsiteX18" fmla="*/ 2740 w 560550"/>
              <a:gd name="connsiteY18" fmla="*/ 478849 h 493591"/>
              <a:gd name="connsiteX19" fmla="*/ 6844 w 560550"/>
              <a:gd name="connsiteY19" fmla="*/ 447301 h 493591"/>
              <a:gd name="connsiteX20" fmla="*/ 23102 w 560550"/>
              <a:gd name="connsiteY20" fmla="*/ 420834 h 493591"/>
              <a:gd name="connsiteX21" fmla="*/ 144121 w 560550"/>
              <a:gd name="connsiteY21" fmla="*/ 235111 h 493591"/>
              <a:gd name="connsiteX22" fmla="*/ 144127 w 560550"/>
              <a:gd name="connsiteY22" fmla="*/ 235851 h 493591"/>
              <a:gd name="connsiteX23" fmla="*/ 149231 w 560550"/>
              <a:gd name="connsiteY23" fmla="*/ 228009 h 493591"/>
              <a:gd name="connsiteX24" fmla="*/ 251731 w 560550"/>
              <a:gd name="connsiteY24" fmla="*/ 26070 h 493591"/>
              <a:gd name="connsiteX25" fmla="*/ 255383 w 560550"/>
              <a:gd name="connsiteY25" fmla="*/ 19328 h 493591"/>
              <a:gd name="connsiteX26" fmla="*/ 281371 w 560550"/>
              <a:gd name="connsiteY26" fmla="*/ 127 h 493591"/>
              <a:gd name="connsiteX27" fmla="*/ 282090 w 560550"/>
              <a:gd name="connsiteY27" fmla="*/ 0 h 493591"/>
              <a:gd name="connsiteX0-1" fmla="*/ 282090 w 560550"/>
              <a:gd name="connsiteY0-2" fmla="*/ 0 h 493591"/>
              <a:gd name="connsiteX1-3" fmla="*/ 307359 w 560550"/>
              <a:gd name="connsiteY1-4" fmla="*/ 19328 h 493591"/>
              <a:gd name="connsiteX2-5" fmla="*/ 322151 w 560550"/>
              <a:gd name="connsiteY2-6" fmla="*/ 46641 h 493591"/>
              <a:gd name="connsiteX3-7" fmla="*/ 422483 w 560550"/>
              <a:gd name="connsiteY3-8" fmla="*/ 244308 h 493591"/>
              <a:gd name="connsiteX4-9" fmla="*/ 426075 w 560550"/>
              <a:gd name="connsiteY4-10" fmla="*/ 252279 h 493591"/>
              <a:gd name="connsiteX5-11" fmla="*/ 549713 w 560550"/>
              <a:gd name="connsiteY5-12" fmla="*/ 442022 h 493591"/>
              <a:gd name="connsiteX6-13" fmla="*/ 553726 w 560550"/>
              <a:gd name="connsiteY6-14" fmla="*/ 448555 h 493591"/>
              <a:gd name="connsiteX7-15" fmla="*/ 557360 w 560550"/>
              <a:gd name="connsiteY7-16" fmla="*/ 480662 h 493591"/>
              <a:gd name="connsiteX8-17" fmla="*/ 557111 w 560550"/>
              <a:gd name="connsiteY8-18" fmla="*/ 481348 h 493591"/>
              <a:gd name="connsiteX9-19" fmla="*/ 527738 w 560550"/>
              <a:gd name="connsiteY9-20" fmla="*/ 493568 h 493591"/>
              <a:gd name="connsiteX10-21" fmla="*/ 496688 w 560550"/>
              <a:gd name="connsiteY10-22" fmla="*/ 492722 h 493591"/>
              <a:gd name="connsiteX11-23" fmla="*/ 275338 w 560550"/>
              <a:gd name="connsiteY11-24" fmla="*/ 480778 h 493591"/>
              <a:gd name="connsiteX12-25" fmla="*/ 275975 w 560550"/>
              <a:gd name="connsiteY12-26" fmla="*/ 480403 h 493591"/>
              <a:gd name="connsiteX13-27" fmla="*/ 266629 w 560550"/>
              <a:gd name="connsiteY13-28" fmla="*/ 479903 h 493591"/>
              <a:gd name="connsiteX14-29" fmla="*/ 40497 w 560550"/>
              <a:gd name="connsiteY14-30" fmla="*/ 492105 h 493591"/>
              <a:gd name="connsiteX15-31" fmla="*/ 32832 w 560550"/>
              <a:gd name="connsiteY15-32" fmla="*/ 492314 h 493591"/>
              <a:gd name="connsiteX16-33" fmla="*/ 3210 w 560550"/>
              <a:gd name="connsiteY16-34" fmla="*/ 479408 h 493591"/>
              <a:gd name="connsiteX17-35" fmla="*/ 2740 w 560550"/>
              <a:gd name="connsiteY17-36" fmla="*/ 478849 h 493591"/>
              <a:gd name="connsiteX18-37" fmla="*/ 6844 w 560550"/>
              <a:gd name="connsiteY18-38" fmla="*/ 447301 h 493591"/>
              <a:gd name="connsiteX19-39" fmla="*/ 23102 w 560550"/>
              <a:gd name="connsiteY19-40" fmla="*/ 420834 h 493591"/>
              <a:gd name="connsiteX20-41" fmla="*/ 144121 w 560550"/>
              <a:gd name="connsiteY20-42" fmla="*/ 235111 h 493591"/>
              <a:gd name="connsiteX21-43" fmla="*/ 144127 w 560550"/>
              <a:gd name="connsiteY21-44" fmla="*/ 235851 h 493591"/>
              <a:gd name="connsiteX22-45" fmla="*/ 149231 w 560550"/>
              <a:gd name="connsiteY22-46" fmla="*/ 228009 h 493591"/>
              <a:gd name="connsiteX23-47" fmla="*/ 251731 w 560550"/>
              <a:gd name="connsiteY23-48" fmla="*/ 26070 h 493591"/>
              <a:gd name="connsiteX24-49" fmla="*/ 255383 w 560550"/>
              <a:gd name="connsiteY24-50" fmla="*/ 19328 h 493591"/>
              <a:gd name="connsiteX25-51" fmla="*/ 281371 w 560550"/>
              <a:gd name="connsiteY25-52" fmla="*/ 127 h 493591"/>
              <a:gd name="connsiteX26-53" fmla="*/ 282090 w 560550"/>
              <a:gd name="connsiteY26-54" fmla="*/ 0 h 493591"/>
              <a:gd name="connsiteX0-55" fmla="*/ 282090 w 560550"/>
              <a:gd name="connsiteY0-56" fmla="*/ 0 h 493591"/>
              <a:gd name="connsiteX1-57" fmla="*/ 307359 w 560550"/>
              <a:gd name="connsiteY1-58" fmla="*/ 19328 h 493591"/>
              <a:gd name="connsiteX2-59" fmla="*/ 322151 w 560550"/>
              <a:gd name="connsiteY2-60" fmla="*/ 46641 h 493591"/>
              <a:gd name="connsiteX3-61" fmla="*/ 426075 w 560550"/>
              <a:gd name="connsiteY3-62" fmla="*/ 252279 h 493591"/>
              <a:gd name="connsiteX4-63" fmla="*/ 549713 w 560550"/>
              <a:gd name="connsiteY4-64" fmla="*/ 442022 h 493591"/>
              <a:gd name="connsiteX5-65" fmla="*/ 553726 w 560550"/>
              <a:gd name="connsiteY5-66" fmla="*/ 448555 h 493591"/>
              <a:gd name="connsiteX6-67" fmla="*/ 557360 w 560550"/>
              <a:gd name="connsiteY6-68" fmla="*/ 480662 h 493591"/>
              <a:gd name="connsiteX7-69" fmla="*/ 557111 w 560550"/>
              <a:gd name="connsiteY7-70" fmla="*/ 481348 h 493591"/>
              <a:gd name="connsiteX8-71" fmla="*/ 527738 w 560550"/>
              <a:gd name="connsiteY8-72" fmla="*/ 493568 h 493591"/>
              <a:gd name="connsiteX9-73" fmla="*/ 496688 w 560550"/>
              <a:gd name="connsiteY9-74" fmla="*/ 492722 h 493591"/>
              <a:gd name="connsiteX10-75" fmla="*/ 275338 w 560550"/>
              <a:gd name="connsiteY10-76" fmla="*/ 480778 h 493591"/>
              <a:gd name="connsiteX11-77" fmla="*/ 275975 w 560550"/>
              <a:gd name="connsiteY11-78" fmla="*/ 480403 h 493591"/>
              <a:gd name="connsiteX12-79" fmla="*/ 266629 w 560550"/>
              <a:gd name="connsiteY12-80" fmla="*/ 479903 h 493591"/>
              <a:gd name="connsiteX13-81" fmla="*/ 40497 w 560550"/>
              <a:gd name="connsiteY13-82" fmla="*/ 492105 h 493591"/>
              <a:gd name="connsiteX14-83" fmla="*/ 32832 w 560550"/>
              <a:gd name="connsiteY14-84" fmla="*/ 492314 h 493591"/>
              <a:gd name="connsiteX15-85" fmla="*/ 3210 w 560550"/>
              <a:gd name="connsiteY15-86" fmla="*/ 479408 h 493591"/>
              <a:gd name="connsiteX16-87" fmla="*/ 2740 w 560550"/>
              <a:gd name="connsiteY16-88" fmla="*/ 478849 h 493591"/>
              <a:gd name="connsiteX17-89" fmla="*/ 6844 w 560550"/>
              <a:gd name="connsiteY17-90" fmla="*/ 447301 h 493591"/>
              <a:gd name="connsiteX18-91" fmla="*/ 23102 w 560550"/>
              <a:gd name="connsiteY18-92" fmla="*/ 420834 h 493591"/>
              <a:gd name="connsiteX19-93" fmla="*/ 144121 w 560550"/>
              <a:gd name="connsiteY19-94" fmla="*/ 235111 h 493591"/>
              <a:gd name="connsiteX20-95" fmla="*/ 144127 w 560550"/>
              <a:gd name="connsiteY20-96" fmla="*/ 235851 h 493591"/>
              <a:gd name="connsiteX21-97" fmla="*/ 149231 w 560550"/>
              <a:gd name="connsiteY21-98" fmla="*/ 228009 h 493591"/>
              <a:gd name="connsiteX22-99" fmla="*/ 251731 w 560550"/>
              <a:gd name="connsiteY22-100" fmla="*/ 26070 h 493591"/>
              <a:gd name="connsiteX23-101" fmla="*/ 255383 w 560550"/>
              <a:gd name="connsiteY23-102" fmla="*/ 19328 h 493591"/>
              <a:gd name="connsiteX24-103" fmla="*/ 281371 w 560550"/>
              <a:gd name="connsiteY24-104" fmla="*/ 127 h 493591"/>
              <a:gd name="connsiteX25-105" fmla="*/ 282090 w 560550"/>
              <a:gd name="connsiteY25-106" fmla="*/ 0 h 493591"/>
              <a:gd name="connsiteX0-107" fmla="*/ 282090 w 560550"/>
              <a:gd name="connsiteY0-108" fmla="*/ 0 h 493591"/>
              <a:gd name="connsiteX1-109" fmla="*/ 307359 w 560550"/>
              <a:gd name="connsiteY1-110" fmla="*/ 19328 h 493591"/>
              <a:gd name="connsiteX2-111" fmla="*/ 322151 w 560550"/>
              <a:gd name="connsiteY2-112" fmla="*/ 46641 h 493591"/>
              <a:gd name="connsiteX3-113" fmla="*/ 426075 w 560550"/>
              <a:gd name="connsiteY3-114" fmla="*/ 252279 h 493591"/>
              <a:gd name="connsiteX4-115" fmla="*/ 549713 w 560550"/>
              <a:gd name="connsiteY4-116" fmla="*/ 442022 h 493591"/>
              <a:gd name="connsiteX5-117" fmla="*/ 553726 w 560550"/>
              <a:gd name="connsiteY5-118" fmla="*/ 448555 h 493591"/>
              <a:gd name="connsiteX6-119" fmla="*/ 557360 w 560550"/>
              <a:gd name="connsiteY6-120" fmla="*/ 480662 h 493591"/>
              <a:gd name="connsiteX7-121" fmla="*/ 557111 w 560550"/>
              <a:gd name="connsiteY7-122" fmla="*/ 481348 h 493591"/>
              <a:gd name="connsiteX8-123" fmla="*/ 527738 w 560550"/>
              <a:gd name="connsiteY8-124" fmla="*/ 493568 h 493591"/>
              <a:gd name="connsiteX9-125" fmla="*/ 496688 w 560550"/>
              <a:gd name="connsiteY9-126" fmla="*/ 492722 h 493591"/>
              <a:gd name="connsiteX10-127" fmla="*/ 275338 w 560550"/>
              <a:gd name="connsiteY10-128" fmla="*/ 480778 h 493591"/>
              <a:gd name="connsiteX11-129" fmla="*/ 275975 w 560550"/>
              <a:gd name="connsiteY11-130" fmla="*/ 480403 h 493591"/>
              <a:gd name="connsiteX12-131" fmla="*/ 266629 w 560550"/>
              <a:gd name="connsiteY12-132" fmla="*/ 479903 h 493591"/>
              <a:gd name="connsiteX13-133" fmla="*/ 40497 w 560550"/>
              <a:gd name="connsiteY13-134" fmla="*/ 492105 h 493591"/>
              <a:gd name="connsiteX14-135" fmla="*/ 32832 w 560550"/>
              <a:gd name="connsiteY14-136" fmla="*/ 492314 h 493591"/>
              <a:gd name="connsiteX15-137" fmla="*/ 3210 w 560550"/>
              <a:gd name="connsiteY15-138" fmla="*/ 479408 h 493591"/>
              <a:gd name="connsiteX16-139" fmla="*/ 2740 w 560550"/>
              <a:gd name="connsiteY16-140" fmla="*/ 478849 h 493591"/>
              <a:gd name="connsiteX17-141" fmla="*/ 6844 w 560550"/>
              <a:gd name="connsiteY17-142" fmla="*/ 447301 h 493591"/>
              <a:gd name="connsiteX18-143" fmla="*/ 23102 w 560550"/>
              <a:gd name="connsiteY18-144" fmla="*/ 420834 h 493591"/>
              <a:gd name="connsiteX19-145" fmla="*/ 144121 w 560550"/>
              <a:gd name="connsiteY19-146" fmla="*/ 235111 h 493591"/>
              <a:gd name="connsiteX20-147" fmla="*/ 144127 w 560550"/>
              <a:gd name="connsiteY20-148" fmla="*/ 235851 h 493591"/>
              <a:gd name="connsiteX21-149" fmla="*/ 149231 w 560550"/>
              <a:gd name="connsiteY21-150" fmla="*/ 228009 h 493591"/>
              <a:gd name="connsiteX22-151" fmla="*/ 251731 w 560550"/>
              <a:gd name="connsiteY22-152" fmla="*/ 26070 h 493591"/>
              <a:gd name="connsiteX23-153" fmla="*/ 255383 w 560550"/>
              <a:gd name="connsiteY23-154" fmla="*/ 19328 h 493591"/>
              <a:gd name="connsiteX24-155" fmla="*/ 281371 w 560550"/>
              <a:gd name="connsiteY24-156" fmla="*/ 127 h 493591"/>
              <a:gd name="connsiteX25-157" fmla="*/ 282090 w 560550"/>
              <a:gd name="connsiteY25-158" fmla="*/ 0 h 493591"/>
              <a:gd name="connsiteX0-159" fmla="*/ 282090 w 560550"/>
              <a:gd name="connsiteY0-160" fmla="*/ 0 h 493591"/>
              <a:gd name="connsiteX1-161" fmla="*/ 307359 w 560550"/>
              <a:gd name="connsiteY1-162" fmla="*/ 19328 h 493591"/>
              <a:gd name="connsiteX2-163" fmla="*/ 322151 w 560550"/>
              <a:gd name="connsiteY2-164" fmla="*/ 46641 h 493591"/>
              <a:gd name="connsiteX3-165" fmla="*/ 426075 w 560550"/>
              <a:gd name="connsiteY3-166" fmla="*/ 252279 h 493591"/>
              <a:gd name="connsiteX4-167" fmla="*/ 549713 w 560550"/>
              <a:gd name="connsiteY4-168" fmla="*/ 442022 h 493591"/>
              <a:gd name="connsiteX5-169" fmla="*/ 553726 w 560550"/>
              <a:gd name="connsiteY5-170" fmla="*/ 448555 h 493591"/>
              <a:gd name="connsiteX6-171" fmla="*/ 557360 w 560550"/>
              <a:gd name="connsiteY6-172" fmla="*/ 480662 h 493591"/>
              <a:gd name="connsiteX7-173" fmla="*/ 557111 w 560550"/>
              <a:gd name="connsiteY7-174" fmla="*/ 481348 h 493591"/>
              <a:gd name="connsiteX8-175" fmla="*/ 527738 w 560550"/>
              <a:gd name="connsiteY8-176" fmla="*/ 493568 h 493591"/>
              <a:gd name="connsiteX9-177" fmla="*/ 496688 w 560550"/>
              <a:gd name="connsiteY9-178" fmla="*/ 492722 h 493591"/>
              <a:gd name="connsiteX10-179" fmla="*/ 275338 w 560550"/>
              <a:gd name="connsiteY10-180" fmla="*/ 480778 h 493591"/>
              <a:gd name="connsiteX11-181" fmla="*/ 275975 w 560550"/>
              <a:gd name="connsiteY11-182" fmla="*/ 480403 h 493591"/>
              <a:gd name="connsiteX12-183" fmla="*/ 266629 w 560550"/>
              <a:gd name="connsiteY12-184" fmla="*/ 479903 h 493591"/>
              <a:gd name="connsiteX13-185" fmla="*/ 40497 w 560550"/>
              <a:gd name="connsiteY13-186" fmla="*/ 492105 h 493591"/>
              <a:gd name="connsiteX14-187" fmla="*/ 32832 w 560550"/>
              <a:gd name="connsiteY14-188" fmla="*/ 492314 h 493591"/>
              <a:gd name="connsiteX15-189" fmla="*/ 3210 w 560550"/>
              <a:gd name="connsiteY15-190" fmla="*/ 479408 h 493591"/>
              <a:gd name="connsiteX16-191" fmla="*/ 2740 w 560550"/>
              <a:gd name="connsiteY16-192" fmla="*/ 478849 h 493591"/>
              <a:gd name="connsiteX17-193" fmla="*/ 6844 w 560550"/>
              <a:gd name="connsiteY17-194" fmla="*/ 447301 h 493591"/>
              <a:gd name="connsiteX18-195" fmla="*/ 23102 w 560550"/>
              <a:gd name="connsiteY18-196" fmla="*/ 420834 h 493591"/>
              <a:gd name="connsiteX19-197" fmla="*/ 144121 w 560550"/>
              <a:gd name="connsiteY19-198" fmla="*/ 235111 h 493591"/>
              <a:gd name="connsiteX20-199" fmla="*/ 149231 w 560550"/>
              <a:gd name="connsiteY20-200" fmla="*/ 228009 h 493591"/>
              <a:gd name="connsiteX21-201" fmla="*/ 251731 w 560550"/>
              <a:gd name="connsiteY21-202" fmla="*/ 26070 h 493591"/>
              <a:gd name="connsiteX22-203" fmla="*/ 255383 w 560550"/>
              <a:gd name="connsiteY22-204" fmla="*/ 19328 h 493591"/>
              <a:gd name="connsiteX23-205" fmla="*/ 281371 w 560550"/>
              <a:gd name="connsiteY23-206" fmla="*/ 127 h 493591"/>
              <a:gd name="connsiteX24-207" fmla="*/ 282090 w 560550"/>
              <a:gd name="connsiteY24-208" fmla="*/ 0 h 493591"/>
              <a:gd name="connsiteX0-209" fmla="*/ 282090 w 560550"/>
              <a:gd name="connsiteY0-210" fmla="*/ 0 h 493591"/>
              <a:gd name="connsiteX1-211" fmla="*/ 307359 w 560550"/>
              <a:gd name="connsiteY1-212" fmla="*/ 19328 h 493591"/>
              <a:gd name="connsiteX2-213" fmla="*/ 322151 w 560550"/>
              <a:gd name="connsiteY2-214" fmla="*/ 46641 h 493591"/>
              <a:gd name="connsiteX3-215" fmla="*/ 426075 w 560550"/>
              <a:gd name="connsiteY3-216" fmla="*/ 252279 h 493591"/>
              <a:gd name="connsiteX4-217" fmla="*/ 549713 w 560550"/>
              <a:gd name="connsiteY4-218" fmla="*/ 442022 h 493591"/>
              <a:gd name="connsiteX5-219" fmla="*/ 553726 w 560550"/>
              <a:gd name="connsiteY5-220" fmla="*/ 448555 h 493591"/>
              <a:gd name="connsiteX6-221" fmla="*/ 557360 w 560550"/>
              <a:gd name="connsiteY6-222" fmla="*/ 480662 h 493591"/>
              <a:gd name="connsiteX7-223" fmla="*/ 557111 w 560550"/>
              <a:gd name="connsiteY7-224" fmla="*/ 481348 h 493591"/>
              <a:gd name="connsiteX8-225" fmla="*/ 527738 w 560550"/>
              <a:gd name="connsiteY8-226" fmla="*/ 493568 h 493591"/>
              <a:gd name="connsiteX9-227" fmla="*/ 496688 w 560550"/>
              <a:gd name="connsiteY9-228" fmla="*/ 492722 h 493591"/>
              <a:gd name="connsiteX10-229" fmla="*/ 275338 w 560550"/>
              <a:gd name="connsiteY10-230" fmla="*/ 480778 h 493591"/>
              <a:gd name="connsiteX11-231" fmla="*/ 275975 w 560550"/>
              <a:gd name="connsiteY11-232" fmla="*/ 480403 h 493591"/>
              <a:gd name="connsiteX12-233" fmla="*/ 266629 w 560550"/>
              <a:gd name="connsiteY12-234" fmla="*/ 479903 h 493591"/>
              <a:gd name="connsiteX13-235" fmla="*/ 40497 w 560550"/>
              <a:gd name="connsiteY13-236" fmla="*/ 492105 h 493591"/>
              <a:gd name="connsiteX14-237" fmla="*/ 32832 w 560550"/>
              <a:gd name="connsiteY14-238" fmla="*/ 492314 h 493591"/>
              <a:gd name="connsiteX15-239" fmla="*/ 3210 w 560550"/>
              <a:gd name="connsiteY15-240" fmla="*/ 479408 h 493591"/>
              <a:gd name="connsiteX16-241" fmla="*/ 2740 w 560550"/>
              <a:gd name="connsiteY16-242" fmla="*/ 478849 h 493591"/>
              <a:gd name="connsiteX17-243" fmla="*/ 6844 w 560550"/>
              <a:gd name="connsiteY17-244" fmla="*/ 447301 h 493591"/>
              <a:gd name="connsiteX18-245" fmla="*/ 23102 w 560550"/>
              <a:gd name="connsiteY18-246" fmla="*/ 420834 h 493591"/>
              <a:gd name="connsiteX19-247" fmla="*/ 149231 w 560550"/>
              <a:gd name="connsiteY19-248" fmla="*/ 228009 h 493591"/>
              <a:gd name="connsiteX20-249" fmla="*/ 251731 w 560550"/>
              <a:gd name="connsiteY20-250" fmla="*/ 26070 h 493591"/>
              <a:gd name="connsiteX21-251" fmla="*/ 255383 w 560550"/>
              <a:gd name="connsiteY21-252" fmla="*/ 19328 h 493591"/>
              <a:gd name="connsiteX22-253" fmla="*/ 281371 w 560550"/>
              <a:gd name="connsiteY22-254" fmla="*/ 127 h 493591"/>
              <a:gd name="connsiteX23-255" fmla="*/ 282090 w 560550"/>
              <a:gd name="connsiteY23-256" fmla="*/ 0 h 493591"/>
              <a:gd name="connsiteX0-257" fmla="*/ 282090 w 560550"/>
              <a:gd name="connsiteY0-258" fmla="*/ 0 h 493591"/>
              <a:gd name="connsiteX1-259" fmla="*/ 307359 w 560550"/>
              <a:gd name="connsiteY1-260" fmla="*/ 19328 h 493591"/>
              <a:gd name="connsiteX2-261" fmla="*/ 322151 w 560550"/>
              <a:gd name="connsiteY2-262" fmla="*/ 46641 h 493591"/>
              <a:gd name="connsiteX3-263" fmla="*/ 426075 w 560550"/>
              <a:gd name="connsiteY3-264" fmla="*/ 252279 h 493591"/>
              <a:gd name="connsiteX4-265" fmla="*/ 549713 w 560550"/>
              <a:gd name="connsiteY4-266" fmla="*/ 442022 h 493591"/>
              <a:gd name="connsiteX5-267" fmla="*/ 553726 w 560550"/>
              <a:gd name="connsiteY5-268" fmla="*/ 448555 h 493591"/>
              <a:gd name="connsiteX6-269" fmla="*/ 557360 w 560550"/>
              <a:gd name="connsiteY6-270" fmla="*/ 480662 h 493591"/>
              <a:gd name="connsiteX7-271" fmla="*/ 557111 w 560550"/>
              <a:gd name="connsiteY7-272" fmla="*/ 481348 h 493591"/>
              <a:gd name="connsiteX8-273" fmla="*/ 527738 w 560550"/>
              <a:gd name="connsiteY8-274" fmla="*/ 493568 h 493591"/>
              <a:gd name="connsiteX9-275" fmla="*/ 496688 w 560550"/>
              <a:gd name="connsiteY9-276" fmla="*/ 492722 h 493591"/>
              <a:gd name="connsiteX10-277" fmla="*/ 275338 w 560550"/>
              <a:gd name="connsiteY10-278" fmla="*/ 480778 h 493591"/>
              <a:gd name="connsiteX11-279" fmla="*/ 275975 w 560550"/>
              <a:gd name="connsiteY11-280" fmla="*/ 480403 h 493591"/>
              <a:gd name="connsiteX12-281" fmla="*/ 266629 w 560550"/>
              <a:gd name="connsiteY12-282" fmla="*/ 479903 h 493591"/>
              <a:gd name="connsiteX13-283" fmla="*/ 40497 w 560550"/>
              <a:gd name="connsiteY13-284" fmla="*/ 492105 h 493591"/>
              <a:gd name="connsiteX14-285" fmla="*/ 32832 w 560550"/>
              <a:gd name="connsiteY14-286" fmla="*/ 492314 h 493591"/>
              <a:gd name="connsiteX15-287" fmla="*/ 3210 w 560550"/>
              <a:gd name="connsiteY15-288" fmla="*/ 479408 h 493591"/>
              <a:gd name="connsiteX16-289" fmla="*/ 2740 w 560550"/>
              <a:gd name="connsiteY16-290" fmla="*/ 478849 h 493591"/>
              <a:gd name="connsiteX17-291" fmla="*/ 6844 w 560550"/>
              <a:gd name="connsiteY17-292" fmla="*/ 447301 h 493591"/>
              <a:gd name="connsiteX18-293" fmla="*/ 23102 w 560550"/>
              <a:gd name="connsiteY18-294" fmla="*/ 420834 h 493591"/>
              <a:gd name="connsiteX19-295" fmla="*/ 149231 w 560550"/>
              <a:gd name="connsiteY19-296" fmla="*/ 228009 h 493591"/>
              <a:gd name="connsiteX20-297" fmla="*/ 251731 w 560550"/>
              <a:gd name="connsiteY20-298" fmla="*/ 26070 h 493591"/>
              <a:gd name="connsiteX21-299" fmla="*/ 255383 w 560550"/>
              <a:gd name="connsiteY21-300" fmla="*/ 19328 h 493591"/>
              <a:gd name="connsiteX22-301" fmla="*/ 281371 w 560550"/>
              <a:gd name="connsiteY22-302" fmla="*/ 127 h 493591"/>
              <a:gd name="connsiteX23-303" fmla="*/ 282090 w 560550"/>
              <a:gd name="connsiteY23-304" fmla="*/ 0 h 493591"/>
              <a:gd name="connsiteX0-305" fmla="*/ 282090 w 560550"/>
              <a:gd name="connsiteY0-306" fmla="*/ 0 h 493591"/>
              <a:gd name="connsiteX1-307" fmla="*/ 307359 w 560550"/>
              <a:gd name="connsiteY1-308" fmla="*/ 19328 h 493591"/>
              <a:gd name="connsiteX2-309" fmla="*/ 322151 w 560550"/>
              <a:gd name="connsiteY2-310" fmla="*/ 46641 h 493591"/>
              <a:gd name="connsiteX3-311" fmla="*/ 426075 w 560550"/>
              <a:gd name="connsiteY3-312" fmla="*/ 252279 h 493591"/>
              <a:gd name="connsiteX4-313" fmla="*/ 549713 w 560550"/>
              <a:gd name="connsiteY4-314" fmla="*/ 442022 h 493591"/>
              <a:gd name="connsiteX5-315" fmla="*/ 553726 w 560550"/>
              <a:gd name="connsiteY5-316" fmla="*/ 448555 h 493591"/>
              <a:gd name="connsiteX6-317" fmla="*/ 557360 w 560550"/>
              <a:gd name="connsiteY6-318" fmla="*/ 480662 h 493591"/>
              <a:gd name="connsiteX7-319" fmla="*/ 557111 w 560550"/>
              <a:gd name="connsiteY7-320" fmla="*/ 481348 h 493591"/>
              <a:gd name="connsiteX8-321" fmla="*/ 527738 w 560550"/>
              <a:gd name="connsiteY8-322" fmla="*/ 493568 h 493591"/>
              <a:gd name="connsiteX9-323" fmla="*/ 496688 w 560550"/>
              <a:gd name="connsiteY9-324" fmla="*/ 492722 h 493591"/>
              <a:gd name="connsiteX10-325" fmla="*/ 275338 w 560550"/>
              <a:gd name="connsiteY10-326" fmla="*/ 480778 h 493591"/>
              <a:gd name="connsiteX11-327" fmla="*/ 266629 w 560550"/>
              <a:gd name="connsiteY11-328" fmla="*/ 479903 h 493591"/>
              <a:gd name="connsiteX12-329" fmla="*/ 40497 w 560550"/>
              <a:gd name="connsiteY12-330" fmla="*/ 492105 h 493591"/>
              <a:gd name="connsiteX13-331" fmla="*/ 32832 w 560550"/>
              <a:gd name="connsiteY13-332" fmla="*/ 492314 h 493591"/>
              <a:gd name="connsiteX14-333" fmla="*/ 3210 w 560550"/>
              <a:gd name="connsiteY14-334" fmla="*/ 479408 h 493591"/>
              <a:gd name="connsiteX15-335" fmla="*/ 2740 w 560550"/>
              <a:gd name="connsiteY15-336" fmla="*/ 478849 h 493591"/>
              <a:gd name="connsiteX16-337" fmla="*/ 6844 w 560550"/>
              <a:gd name="connsiteY16-338" fmla="*/ 447301 h 493591"/>
              <a:gd name="connsiteX17-339" fmla="*/ 23102 w 560550"/>
              <a:gd name="connsiteY17-340" fmla="*/ 420834 h 493591"/>
              <a:gd name="connsiteX18-341" fmla="*/ 149231 w 560550"/>
              <a:gd name="connsiteY18-342" fmla="*/ 228009 h 493591"/>
              <a:gd name="connsiteX19-343" fmla="*/ 251731 w 560550"/>
              <a:gd name="connsiteY19-344" fmla="*/ 26070 h 493591"/>
              <a:gd name="connsiteX20-345" fmla="*/ 255383 w 560550"/>
              <a:gd name="connsiteY20-346" fmla="*/ 19328 h 493591"/>
              <a:gd name="connsiteX21-347" fmla="*/ 281371 w 560550"/>
              <a:gd name="connsiteY21-348" fmla="*/ 127 h 493591"/>
              <a:gd name="connsiteX22-349" fmla="*/ 282090 w 560550"/>
              <a:gd name="connsiteY22-350" fmla="*/ 0 h 493591"/>
              <a:gd name="connsiteX0-351" fmla="*/ 282090 w 560550"/>
              <a:gd name="connsiteY0-352" fmla="*/ 0 h 493591"/>
              <a:gd name="connsiteX1-353" fmla="*/ 307359 w 560550"/>
              <a:gd name="connsiteY1-354" fmla="*/ 19328 h 493591"/>
              <a:gd name="connsiteX2-355" fmla="*/ 322151 w 560550"/>
              <a:gd name="connsiteY2-356" fmla="*/ 46641 h 493591"/>
              <a:gd name="connsiteX3-357" fmla="*/ 426075 w 560550"/>
              <a:gd name="connsiteY3-358" fmla="*/ 252279 h 493591"/>
              <a:gd name="connsiteX4-359" fmla="*/ 549713 w 560550"/>
              <a:gd name="connsiteY4-360" fmla="*/ 442022 h 493591"/>
              <a:gd name="connsiteX5-361" fmla="*/ 553726 w 560550"/>
              <a:gd name="connsiteY5-362" fmla="*/ 448555 h 493591"/>
              <a:gd name="connsiteX6-363" fmla="*/ 557360 w 560550"/>
              <a:gd name="connsiteY6-364" fmla="*/ 480662 h 493591"/>
              <a:gd name="connsiteX7-365" fmla="*/ 557111 w 560550"/>
              <a:gd name="connsiteY7-366" fmla="*/ 481348 h 493591"/>
              <a:gd name="connsiteX8-367" fmla="*/ 527738 w 560550"/>
              <a:gd name="connsiteY8-368" fmla="*/ 493568 h 493591"/>
              <a:gd name="connsiteX9-369" fmla="*/ 496688 w 560550"/>
              <a:gd name="connsiteY9-370" fmla="*/ 492722 h 493591"/>
              <a:gd name="connsiteX10-371" fmla="*/ 266629 w 560550"/>
              <a:gd name="connsiteY10-372" fmla="*/ 479903 h 493591"/>
              <a:gd name="connsiteX11-373" fmla="*/ 40497 w 560550"/>
              <a:gd name="connsiteY11-374" fmla="*/ 492105 h 493591"/>
              <a:gd name="connsiteX12-375" fmla="*/ 32832 w 560550"/>
              <a:gd name="connsiteY12-376" fmla="*/ 492314 h 493591"/>
              <a:gd name="connsiteX13-377" fmla="*/ 3210 w 560550"/>
              <a:gd name="connsiteY13-378" fmla="*/ 479408 h 493591"/>
              <a:gd name="connsiteX14-379" fmla="*/ 2740 w 560550"/>
              <a:gd name="connsiteY14-380" fmla="*/ 478849 h 493591"/>
              <a:gd name="connsiteX15-381" fmla="*/ 6844 w 560550"/>
              <a:gd name="connsiteY15-382" fmla="*/ 447301 h 493591"/>
              <a:gd name="connsiteX16-383" fmla="*/ 23102 w 560550"/>
              <a:gd name="connsiteY16-384" fmla="*/ 420834 h 493591"/>
              <a:gd name="connsiteX17-385" fmla="*/ 149231 w 560550"/>
              <a:gd name="connsiteY17-386" fmla="*/ 228009 h 493591"/>
              <a:gd name="connsiteX18-387" fmla="*/ 251731 w 560550"/>
              <a:gd name="connsiteY18-388" fmla="*/ 26070 h 493591"/>
              <a:gd name="connsiteX19-389" fmla="*/ 255383 w 560550"/>
              <a:gd name="connsiteY19-390" fmla="*/ 19328 h 493591"/>
              <a:gd name="connsiteX20-391" fmla="*/ 281371 w 560550"/>
              <a:gd name="connsiteY20-392" fmla="*/ 127 h 493591"/>
              <a:gd name="connsiteX21-393" fmla="*/ 282090 w 560550"/>
              <a:gd name="connsiteY21-394" fmla="*/ 0 h 493591"/>
              <a:gd name="connsiteX0-395" fmla="*/ 282090 w 560550"/>
              <a:gd name="connsiteY0-396" fmla="*/ 0 h 493591"/>
              <a:gd name="connsiteX1-397" fmla="*/ 307359 w 560550"/>
              <a:gd name="connsiteY1-398" fmla="*/ 19328 h 493591"/>
              <a:gd name="connsiteX2-399" fmla="*/ 322151 w 560550"/>
              <a:gd name="connsiteY2-400" fmla="*/ 46641 h 493591"/>
              <a:gd name="connsiteX3-401" fmla="*/ 426075 w 560550"/>
              <a:gd name="connsiteY3-402" fmla="*/ 252279 h 493591"/>
              <a:gd name="connsiteX4-403" fmla="*/ 549713 w 560550"/>
              <a:gd name="connsiteY4-404" fmla="*/ 442022 h 493591"/>
              <a:gd name="connsiteX5-405" fmla="*/ 553726 w 560550"/>
              <a:gd name="connsiteY5-406" fmla="*/ 448555 h 493591"/>
              <a:gd name="connsiteX6-407" fmla="*/ 557360 w 560550"/>
              <a:gd name="connsiteY6-408" fmla="*/ 480662 h 493591"/>
              <a:gd name="connsiteX7-409" fmla="*/ 557111 w 560550"/>
              <a:gd name="connsiteY7-410" fmla="*/ 481348 h 493591"/>
              <a:gd name="connsiteX8-411" fmla="*/ 527738 w 560550"/>
              <a:gd name="connsiteY8-412" fmla="*/ 493568 h 493591"/>
              <a:gd name="connsiteX9-413" fmla="*/ 496688 w 560550"/>
              <a:gd name="connsiteY9-414" fmla="*/ 492722 h 493591"/>
              <a:gd name="connsiteX10-415" fmla="*/ 266629 w 560550"/>
              <a:gd name="connsiteY10-416" fmla="*/ 479903 h 493591"/>
              <a:gd name="connsiteX11-417" fmla="*/ 40497 w 560550"/>
              <a:gd name="connsiteY11-418" fmla="*/ 492105 h 493591"/>
              <a:gd name="connsiteX12-419" fmla="*/ 32832 w 560550"/>
              <a:gd name="connsiteY12-420" fmla="*/ 492314 h 493591"/>
              <a:gd name="connsiteX13-421" fmla="*/ 3210 w 560550"/>
              <a:gd name="connsiteY13-422" fmla="*/ 479408 h 493591"/>
              <a:gd name="connsiteX14-423" fmla="*/ 2740 w 560550"/>
              <a:gd name="connsiteY14-424" fmla="*/ 478849 h 493591"/>
              <a:gd name="connsiteX15-425" fmla="*/ 6844 w 560550"/>
              <a:gd name="connsiteY15-426" fmla="*/ 447301 h 493591"/>
              <a:gd name="connsiteX16-427" fmla="*/ 23102 w 560550"/>
              <a:gd name="connsiteY16-428" fmla="*/ 420834 h 493591"/>
              <a:gd name="connsiteX17-429" fmla="*/ 149231 w 560550"/>
              <a:gd name="connsiteY17-430" fmla="*/ 228009 h 493591"/>
              <a:gd name="connsiteX18-431" fmla="*/ 251731 w 560550"/>
              <a:gd name="connsiteY18-432" fmla="*/ 26070 h 493591"/>
              <a:gd name="connsiteX19-433" fmla="*/ 255383 w 560550"/>
              <a:gd name="connsiteY19-434" fmla="*/ 19328 h 493591"/>
              <a:gd name="connsiteX20-435" fmla="*/ 281371 w 560550"/>
              <a:gd name="connsiteY20-436" fmla="*/ 127 h 493591"/>
              <a:gd name="connsiteX21-437" fmla="*/ 282090 w 560550"/>
              <a:gd name="connsiteY21-438" fmla="*/ 0 h 49359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33" y="connsiteY16-34"/>
              </a:cxn>
              <a:cxn ang="0">
                <a:pos x="connsiteX17-35" y="connsiteY17-36"/>
              </a:cxn>
              <a:cxn ang="0">
                <a:pos x="connsiteX18-37" y="connsiteY18-38"/>
              </a:cxn>
              <a:cxn ang="0">
                <a:pos x="connsiteX19-39" y="connsiteY19-40"/>
              </a:cxn>
              <a:cxn ang="0">
                <a:pos x="connsiteX20-41" y="connsiteY20-42"/>
              </a:cxn>
              <a:cxn ang="0">
                <a:pos x="connsiteX21-43" y="connsiteY21-44"/>
              </a:cxn>
            </a:cxnLst>
            <a:rect l="l" t="t" r="r" b="b"/>
            <a:pathLst>
              <a:path w="560550" h="493591">
                <a:moveTo>
                  <a:pt x="282090" y="0"/>
                </a:moveTo>
                <a:cubicBezTo>
                  <a:pt x="291235" y="0"/>
                  <a:pt x="300381" y="6443"/>
                  <a:pt x="307359" y="19328"/>
                </a:cubicBezTo>
                <a:lnTo>
                  <a:pt x="322151" y="46641"/>
                </a:lnTo>
                <a:cubicBezTo>
                  <a:pt x="341937" y="85466"/>
                  <a:pt x="388148" y="186382"/>
                  <a:pt x="426075" y="252279"/>
                </a:cubicBezTo>
                <a:cubicBezTo>
                  <a:pt x="464002" y="318176"/>
                  <a:pt x="528438" y="409309"/>
                  <a:pt x="549713" y="442022"/>
                </a:cubicBezTo>
                <a:lnTo>
                  <a:pt x="553726" y="448555"/>
                </a:lnTo>
                <a:cubicBezTo>
                  <a:pt x="561598" y="461368"/>
                  <a:pt x="562451" y="472766"/>
                  <a:pt x="557360" y="480662"/>
                </a:cubicBezTo>
                <a:cubicBezTo>
                  <a:pt x="557347" y="480929"/>
                  <a:pt x="557231" y="481140"/>
                  <a:pt x="557111" y="481348"/>
                </a:cubicBezTo>
                <a:cubicBezTo>
                  <a:pt x="552538" y="489268"/>
                  <a:pt x="542386" y="493968"/>
                  <a:pt x="527738" y="493568"/>
                </a:cubicBezTo>
                <a:lnTo>
                  <a:pt x="496688" y="492722"/>
                </a:lnTo>
                <a:cubicBezTo>
                  <a:pt x="453170" y="490445"/>
                  <a:pt x="342661" y="480006"/>
                  <a:pt x="266629" y="479903"/>
                </a:cubicBezTo>
                <a:cubicBezTo>
                  <a:pt x="190597" y="479800"/>
                  <a:pt x="79463" y="490037"/>
                  <a:pt x="40497" y="492105"/>
                </a:cubicBezTo>
                <a:lnTo>
                  <a:pt x="32832" y="492314"/>
                </a:lnTo>
                <a:cubicBezTo>
                  <a:pt x="17800" y="492724"/>
                  <a:pt x="7502" y="487764"/>
                  <a:pt x="3210" y="479408"/>
                </a:cubicBezTo>
                <a:cubicBezTo>
                  <a:pt x="2985" y="479262"/>
                  <a:pt x="2860" y="479056"/>
                  <a:pt x="2740" y="478849"/>
                </a:cubicBezTo>
                <a:cubicBezTo>
                  <a:pt x="-1833" y="470928"/>
                  <a:pt x="-826" y="459787"/>
                  <a:pt x="6844" y="447301"/>
                </a:cubicBezTo>
                <a:lnTo>
                  <a:pt x="23102" y="420834"/>
                </a:lnTo>
                <a:cubicBezTo>
                  <a:pt x="46833" y="384285"/>
                  <a:pt x="111126" y="293803"/>
                  <a:pt x="149231" y="228009"/>
                </a:cubicBezTo>
                <a:cubicBezTo>
                  <a:pt x="187336" y="162215"/>
                  <a:pt x="234039" y="60850"/>
                  <a:pt x="251731" y="26070"/>
                </a:cubicBezTo>
                <a:lnTo>
                  <a:pt x="255383" y="19328"/>
                </a:lnTo>
                <a:cubicBezTo>
                  <a:pt x="262543" y="6104"/>
                  <a:pt x="271988" y="-334"/>
                  <a:pt x="281371" y="127"/>
                </a:cubicBezTo>
                <a:cubicBezTo>
                  <a:pt x="281609" y="5"/>
                  <a:pt x="281850" y="0"/>
                  <a:pt x="28209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zh-CN" altLang="en-US" dirty="0">
              <a:solidFill>
                <a:srgbClr val="FFFFFF"/>
              </a:solidFill>
              <a:latin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12" name="KSO_Shape"/>
          <p:cNvSpPr/>
          <p:nvPr>
            <p:custDataLst>
              <p:tags r:id="rId11"/>
            </p:custDataLst>
          </p:nvPr>
        </p:nvSpPr>
        <p:spPr>
          <a:xfrm rot="6300000">
            <a:off x="5813425" y="893763"/>
            <a:ext cx="563563" cy="496887"/>
          </a:xfrm>
          <a:custGeom>
            <a:avLst/>
            <a:gdLst>
              <a:gd name="connsiteX0" fmla="*/ 282090 w 560550"/>
              <a:gd name="connsiteY0" fmla="*/ 0 h 493591"/>
              <a:gd name="connsiteX1" fmla="*/ 307359 w 560550"/>
              <a:gd name="connsiteY1" fmla="*/ 19328 h 493591"/>
              <a:gd name="connsiteX2" fmla="*/ 322151 w 560550"/>
              <a:gd name="connsiteY2" fmla="*/ 46641 h 493591"/>
              <a:gd name="connsiteX3" fmla="*/ 422483 w 560550"/>
              <a:gd name="connsiteY3" fmla="*/ 244308 h 493591"/>
              <a:gd name="connsiteX4" fmla="*/ 421839 w 560550"/>
              <a:gd name="connsiteY4" fmla="*/ 243943 h 493591"/>
              <a:gd name="connsiteX5" fmla="*/ 426075 w 560550"/>
              <a:gd name="connsiteY5" fmla="*/ 252279 h 493591"/>
              <a:gd name="connsiteX6" fmla="*/ 549713 w 560550"/>
              <a:gd name="connsiteY6" fmla="*/ 442022 h 493591"/>
              <a:gd name="connsiteX7" fmla="*/ 553726 w 560550"/>
              <a:gd name="connsiteY7" fmla="*/ 448555 h 493591"/>
              <a:gd name="connsiteX8" fmla="*/ 557360 w 560550"/>
              <a:gd name="connsiteY8" fmla="*/ 480662 h 493591"/>
              <a:gd name="connsiteX9" fmla="*/ 557111 w 560550"/>
              <a:gd name="connsiteY9" fmla="*/ 481348 h 493591"/>
              <a:gd name="connsiteX10" fmla="*/ 527738 w 560550"/>
              <a:gd name="connsiteY10" fmla="*/ 493568 h 493591"/>
              <a:gd name="connsiteX11" fmla="*/ 496688 w 560550"/>
              <a:gd name="connsiteY11" fmla="*/ 492722 h 493591"/>
              <a:gd name="connsiteX12" fmla="*/ 275338 w 560550"/>
              <a:gd name="connsiteY12" fmla="*/ 480778 h 493591"/>
              <a:gd name="connsiteX13" fmla="*/ 275975 w 560550"/>
              <a:gd name="connsiteY13" fmla="*/ 480403 h 493591"/>
              <a:gd name="connsiteX14" fmla="*/ 266629 w 560550"/>
              <a:gd name="connsiteY14" fmla="*/ 479903 h 493591"/>
              <a:gd name="connsiteX15" fmla="*/ 40497 w 560550"/>
              <a:gd name="connsiteY15" fmla="*/ 492105 h 493591"/>
              <a:gd name="connsiteX16" fmla="*/ 32832 w 560550"/>
              <a:gd name="connsiteY16" fmla="*/ 492314 h 493591"/>
              <a:gd name="connsiteX17" fmla="*/ 3210 w 560550"/>
              <a:gd name="connsiteY17" fmla="*/ 479408 h 493591"/>
              <a:gd name="connsiteX18" fmla="*/ 2740 w 560550"/>
              <a:gd name="connsiteY18" fmla="*/ 478849 h 493591"/>
              <a:gd name="connsiteX19" fmla="*/ 6844 w 560550"/>
              <a:gd name="connsiteY19" fmla="*/ 447301 h 493591"/>
              <a:gd name="connsiteX20" fmla="*/ 23102 w 560550"/>
              <a:gd name="connsiteY20" fmla="*/ 420834 h 493591"/>
              <a:gd name="connsiteX21" fmla="*/ 144121 w 560550"/>
              <a:gd name="connsiteY21" fmla="*/ 235111 h 493591"/>
              <a:gd name="connsiteX22" fmla="*/ 144127 w 560550"/>
              <a:gd name="connsiteY22" fmla="*/ 235851 h 493591"/>
              <a:gd name="connsiteX23" fmla="*/ 149231 w 560550"/>
              <a:gd name="connsiteY23" fmla="*/ 228009 h 493591"/>
              <a:gd name="connsiteX24" fmla="*/ 251731 w 560550"/>
              <a:gd name="connsiteY24" fmla="*/ 26070 h 493591"/>
              <a:gd name="connsiteX25" fmla="*/ 255383 w 560550"/>
              <a:gd name="connsiteY25" fmla="*/ 19328 h 493591"/>
              <a:gd name="connsiteX26" fmla="*/ 281371 w 560550"/>
              <a:gd name="connsiteY26" fmla="*/ 127 h 493591"/>
              <a:gd name="connsiteX27" fmla="*/ 282090 w 560550"/>
              <a:gd name="connsiteY27" fmla="*/ 0 h 493591"/>
              <a:gd name="connsiteX0-1" fmla="*/ 282090 w 560550"/>
              <a:gd name="connsiteY0-2" fmla="*/ 0 h 493591"/>
              <a:gd name="connsiteX1-3" fmla="*/ 307359 w 560550"/>
              <a:gd name="connsiteY1-4" fmla="*/ 19328 h 493591"/>
              <a:gd name="connsiteX2-5" fmla="*/ 322151 w 560550"/>
              <a:gd name="connsiteY2-6" fmla="*/ 46641 h 493591"/>
              <a:gd name="connsiteX3-7" fmla="*/ 422483 w 560550"/>
              <a:gd name="connsiteY3-8" fmla="*/ 244308 h 493591"/>
              <a:gd name="connsiteX4-9" fmla="*/ 426075 w 560550"/>
              <a:gd name="connsiteY4-10" fmla="*/ 252279 h 493591"/>
              <a:gd name="connsiteX5-11" fmla="*/ 549713 w 560550"/>
              <a:gd name="connsiteY5-12" fmla="*/ 442022 h 493591"/>
              <a:gd name="connsiteX6-13" fmla="*/ 553726 w 560550"/>
              <a:gd name="connsiteY6-14" fmla="*/ 448555 h 493591"/>
              <a:gd name="connsiteX7-15" fmla="*/ 557360 w 560550"/>
              <a:gd name="connsiteY7-16" fmla="*/ 480662 h 493591"/>
              <a:gd name="connsiteX8-17" fmla="*/ 557111 w 560550"/>
              <a:gd name="connsiteY8-18" fmla="*/ 481348 h 493591"/>
              <a:gd name="connsiteX9-19" fmla="*/ 527738 w 560550"/>
              <a:gd name="connsiteY9-20" fmla="*/ 493568 h 493591"/>
              <a:gd name="connsiteX10-21" fmla="*/ 496688 w 560550"/>
              <a:gd name="connsiteY10-22" fmla="*/ 492722 h 493591"/>
              <a:gd name="connsiteX11-23" fmla="*/ 275338 w 560550"/>
              <a:gd name="connsiteY11-24" fmla="*/ 480778 h 493591"/>
              <a:gd name="connsiteX12-25" fmla="*/ 275975 w 560550"/>
              <a:gd name="connsiteY12-26" fmla="*/ 480403 h 493591"/>
              <a:gd name="connsiteX13-27" fmla="*/ 266629 w 560550"/>
              <a:gd name="connsiteY13-28" fmla="*/ 479903 h 493591"/>
              <a:gd name="connsiteX14-29" fmla="*/ 40497 w 560550"/>
              <a:gd name="connsiteY14-30" fmla="*/ 492105 h 493591"/>
              <a:gd name="connsiteX15-31" fmla="*/ 32832 w 560550"/>
              <a:gd name="connsiteY15-32" fmla="*/ 492314 h 493591"/>
              <a:gd name="connsiteX16-33" fmla="*/ 3210 w 560550"/>
              <a:gd name="connsiteY16-34" fmla="*/ 479408 h 493591"/>
              <a:gd name="connsiteX17-35" fmla="*/ 2740 w 560550"/>
              <a:gd name="connsiteY17-36" fmla="*/ 478849 h 493591"/>
              <a:gd name="connsiteX18-37" fmla="*/ 6844 w 560550"/>
              <a:gd name="connsiteY18-38" fmla="*/ 447301 h 493591"/>
              <a:gd name="connsiteX19-39" fmla="*/ 23102 w 560550"/>
              <a:gd name="connsiteY19-40" fmla="*/ 420834 h 493591"/>
              <a:gd name="connsiteX20-41" fmla="*/ 144121 w 560550"/>
              <a:gd name="connsiteY20-42" fmla="*/ 235111 h 493591"/>
              <a:gd name="connsiteX21-43" fmla="*/ 144127 w 560550"/>
              <a:gd name="connsiteY21-44" fmla="*/ 235851 h 493591"/>
              <a:gd name="connsiteX22-45" fmla="*/ 149231 w 560550"/>
              <a:gd name="connsiteY22-46" fmla="*/ 228009 h 493591"/>
              <a:gd name="connsiteX23-47" fmla="*/ 251731 w 560550"/>
              <a:gd name="connsiteY23-48" fmla="*/ 26070 h 493591"/>
              <a:gd name="connsiteX24-49" fmla="*/ 255383 w 560550"/>
              <a:gd name="connsiteY24-50" fmla="*/ 19328 h 493591"/>
              <a:gd name="connsiteX25-51" fmla="*/ 281371 w 560550"/>
              <a:gd name="connsiteY25-52" fmla="*/ 127 h 493591"/>
              <a:gd name="connsiteX26-53" fmla="*/ 282090 w 560550"/>
              <a:gd name="connsiteY26-54" fmla="*/ 0 h 493591"/>
              <a:gd name="connsiteX0-55" fmla="*/ 282090 w 560550"/>
              <a:gd name="connsiteY0-56" fmla="*/ 0 h 493591"/>
              <a:gd name="connsiteX1-57" fmla="*/ 307359 w 560550"/>
              <a:gd name="connsiteY1-58" fmla="*/ 19328 h 493591"/>
              <a:gd name="connsiteX2-59" fmla="*/ 322151 w 560550"/>
              <a:gd name="connsiteY2-60" fmla="*/ 46641 h 493591"/>
              <a:gd name="connsiteX3-61" fmla="*/ 426075 w 560550"/>
              <a:gd name="connsiteY3-62" fmla="*/ 252279 h 493591"/>
              <a:gd name="connsiteX4-63" fmla="*/ 549713 w 560550"/>
              <a:gd name="connsiteY4-64" fmla="*/ 442022 h 493591"/>
              <a:gd name="connsiteX5-65" fmla="*/ 553726 w 560550"/>
              <a:gd name="connsiteY5-66" fmla="*/ 448555 h 493591"/>
              <a:gd name="connsiteX6-67" fmla="*/ 557360 w 560550"/>
              <a:gd name="connsiteY6-68" fmla="*/ 480662 h 493591"/>
              <a:gd name="connsiteX7-69" fmla="*/ 557111 w 560550"/>
              <a:gd name="connsiteY7-70" fmla="*/ 481348 h 493591"/>
              <a:gd name="connsiteX8-71" fmla="*/ 527738 w 560550"/>
              <a:gd name="connsiteY8-72" fmla="*/ 493568 h 493591"/>
              <a:gd name="connsiteX9-73" fmla="*/ 496688 w 560550"/>
              <a:gd name="connsiteY9-74" fmla="*/ 492722 h 493591"/>
              <a:gd name="connsiteX10-75" fmla="*/ 275338 w 560550"/>
              <a:gd name="connsiteY10-76" fmla="*/ 480778 h 493591"/>
              <a:gd name="connsiteX11-77" fmla="*/ 275975 w 560550"/>
              <a:gd name="connsiteY11-78" fmla="*/ 480403 h 493591"/>
              <a:gd name="connsiteX12-79" fmla="*/ 266629 w 560550"/>
              <a:gd name="connsiteY12-80" fmla="*/ 479903 h 493591"/>
              <a:gd name="connsiteX13-81" fmla="*/ 40497 w 560550"/>
              <a:gd name="connsiteY13-82" fmla="*/ 492105 h 493591"/>
              <a:gd name="connsiteX14-83" fmla="*/ 32832 w 560550"/>
              <a:gd name="connsiteY14-84" fmla="*/ 492314 h 493591"/>
              <a:gd name="connsiteX15-85" fmla="*/ 3210 w 560550"/>
              <a:gd name="connsiteY15-86" fmla="*/ 479408 h 493591"/>
              <a:gd name="connsiteX16-87" fmla="*/ 2740 w 560550"/>
              <a:gd name="connsiteY16-88" fmla="*/ 478849 h 493591"/>
              <a:gd name="connsiteX17-89" fmla="*/ 6844 w 560550"/>
              <a:gd name="connsiteY17-90" fmla="*/ 447301 h 493591"/>
              <a:gd name="connsiteX18-91" fmla="*/ 23102 w 560550"/>
              <a:gd name="connsiteY18-92" fmla="*/ 420834 h 493591"/>
              <a:gd name="connsiteX19-93" fmla="*/ 144121 w 560550"/>
              <a:gd name="connsiteY19-94" fmla="*/ 235111 h 493591"/>
              <a:gd name="connsiteX20-95" fmla="*/ 144127 w 560550"/>
              <a:gd name="connsiteY20-96" fmla="*/ 235851 h 493591"/>
              <a:gd name="connsiteX21-97" fmla="*/ 149231 w 560550"/>
              <a:gd name="connsiteY21-98" fmla="*/ 228009 h 493591"/>
              <a:gd name="connsiteX22-99" fmla="*/ 251731 w 560550"/>
              <a:gd name="connsiteY22-100" fmla="*/ 26070 h 493591"/>
              <a:gd name="connsiteX23-101" fmla="*/ 255383 w 560550"/>
              <a:gd name="connsiteY23-102" fmla="*/ 19328 h 493591"/>
              <a:gd name="connsiteX24-103" fmla="*/ 281371 w 560550"/>
              <a:gd name="connsiteY24-104" fmla="*/ 127 h 493591"/>
              <a:gd name="connsiteX25-105" fmla="*/ 282090 w 560550"/>
              <a:gd name="connsiteY25-106" fmla="*/ 0 h 493591"/>
              <a:gd name="connsiteX0-107" fmla="*/ 282090 w 560550"/>
              <a:gd name="connsiteY0-108" fmla="*/ 0 h 493591"/>
              <a:gd name="connsiteX1-109" fmla="*/ 307359 w 560550"/>
              <a:gd name="connsiteY1-110" fmla="*/ 19328 h 493591"/>
              <a:gd name="connsiteX2-111" fmla="*/ 322151 w 560550"/>
              <a:gd name="connsiteY2-112" fmla="*/ 46641 h 493591"/>
              <a:gd name="connsiteX3-113" fmla="*/ 426075 w 560550"/>
              <a:gd name="connsiteY3-114" fmla="*/ 252279 h 493591"/>
              <a:gd name="connsiteX4-115" fmla="*/ 549713 w 560550"/>
              <a:gd name="connsiteY4-116" fmla="*/ 442022 h 493591"/>
              <a:gd name="connsiteX5-117" fmla="*/ 553726 w 560550"/>
              <a:gd name="connsiteY5-118" fmla="*/ 448555 h 493591"/>
              <a:gd name="connsiteX6-119" fmla="*/ 557360 w 560550"/>
              <a:gd name="connsiteY6-120" fmla="*/ 480662 h 493591"/>
              <a:gd name="connsiteX7-121" fmla="*/ 557111 w 560550"/>
              <a:gd name="connsiteY7-122" fmla="*/ 481348 h 493591"/>
              <a:gd name="connsiteX8-123" fmla="*/ 527738 w 560550"/>
              <a:gd name="connsiteY8-124" fmla="*/ 493568 h 493591"/>
              <a:gd name="connsiteX9-125" fmla="*/ 496688 w 560550"/>
              <a:gd name="connsiteY9-126" fmla="*/ 492722 h 493591"/>
              <a:gd name="connsiteX10-127" fmla="*/ 275338 w 560550"/>
              <a:gd name="connsiteY10-128" fmla="*/ 480778 h 493591"/>
              <a:gd name="connsiteX11-129" fmla="*/ 275975 w 560550"/>
              <a:gd name="connsiteY11-130" fmla="*/ 480403 h 493591"/>
              <a:gd name="connsiteX12-131" fmla="*/ 266629 w 560550"/>
              <a:gd name="connsiteY12-132" fmla="*/ 479903 h 493591"/>
              <a:gd name="connsiteX13-133" fmla="*/ 40497 w 560550"/>
              <a:gd name="connsiteY13-134" fmla="*/ 492105 h 493591"/>
              <a:gd name="connsiteX14-135" fmla="*/ 32832 w 560550"/>
              <a:gd name="connsiteY14-136" fmla="*/ 492314 h 493591"/>
              <a:gd name="connsiteX15-137" fmla="*/ 3210 w 560550"/>
              <a:gd name="connsiteY15-138" fmla="*/ 479408 h 493591"/>
              <a:gd name="connsiteX16-139" fmla="*/ 2740 w 560550"/>
              <a:gd name="connsiteY16-140" fmla="*/ 478849 h 493591"/>
              <a:gd name="connsiteX17-141" fmla="*/ 6844 w 560550"/>
              <a:gd name="connsiteY17-142" fmla="*/ 447301 h 493591"/>
              <a:gd name="connsiteX18-143" fmla="*/ 23102 w 560550"/>
              <a:gd name="connsiteY18-144" fmla="*/ 420834 h 493591"/>
              <a:gd name="connsiteX19-145" fmla="*/ 144121 w 560550"/>
              <a:gd name="connsiteY19-146" fmla="*/ 235111 h 493591"/>
              <a:gd name="connsiteX20-147" fmla="*/ 144127 w 560550"/>
              <a:gd name="connsiteY20-148" fmla="*/ 235851 h 493591"/>
              <a:gd name="connsiteX21-149" fmla="*/ 149231 w 560550"/>
              <a:gd name="connsiteY21-150" fmla="*/ 228009 h 493591"/>
              <a:gd name="connsiteX22-151" fmla="*/ 251731 w 560550"/>
              <a:gd name="connsiteY22-152" fmla="*/ 26070 h 493591"/>
              <a:gd name="connsiteX23-153" fmla="*/ 255383 w 560550"/>
              <a:gd name="connsiteY23-154" fmla="*/ 19328 h 493591"/>
              <a:gd name="connsiteX24-155" fmla="*/ 281371 w 560550"/>
              <a:gd name="connsiteY24-156" fmla="*/ 127 h 493591"/>
              <a:gd name="connsiteX25-157" fmla="*/ 282090 w 560550"/>
              <a:gd name="connsiteY25-158" fmla="*/ 0 h 493591"/>
              <a:gd name="connsiteX0-159" fmla="*/ 282090 w 560550"/>
              <a:gd name="connsiteY0-160" fmla="*/ 0 h 493591"/>
              <a:gd name="connsiteX1-161" fmla="*/ 307359 w 560550"/>
              <a:gd name="connsiteY1-162" fmla="*/ 19328 h 493591"/>
              <a:gd name="connsiteX2-163" fmla="*/ 322151 w 560550"/>
              <a:gd name="connsiteY2-164" fmla="*/ 46641 h 493591"/>
              <a:gd name="connsiteX3-165" fmla="*/ 426075 w 560550"/>
              <a:gd name="connsiteY3-166" fmla="*/ 252279 h 493591"/>
              <a:gd name="connsiteX4-167" fmla="*/ 549713 w 560550"/>
              <a:gd name="connsiteY4-168" fmla="*/ 442022 h 493591"/>
              <a:gd name="connsiteX5-169" fmla="*/ 553726 w 560550"/>
              <a:gd name="connsiteY5-170" fmla="*/ 448555 h 493591"/>
              <a:gd name="connsiteX6-171" fmla="*/ 557360 w 560550"/>
              <a:gd name="connsiteY6-172" fmla="*/ 480662 h 493591"/>
              <a:gd name="connsiteX7-173" fmla="*/ 557111 w 560550"/>
              <a:gd name="connsiteY7-174" fmla="*/ 481348 h 493591"/>
              <a:gd name="connsiteX8-175" fmla="*/ 527738 w 560550"/>
              <a:gd name="connsiteY8-176" fmla="*/ 493568 h 493591"/>
              <a:gd name="connsiteX9-177" fmla="*/ 496688 w 560550"/>
              <a:gd name="connsiteY9-178" fmla="*/ 492722 h 493591"/>
              <a:gd name="connsiteX10-179" fmla="*/ 275338 w 560550"/>
              <a:gd name="connsiteY10-180" fmla="*/ 480778 h 493591"/>
              <a:gd name="connsiteX11-181" fmla="*/ 275975 w 560550"/>
              <a:gd name="connsiteY11-182" fmla="*/ 480403 h 493591"/>
              <a:gd name="connsiteX12-183" fmla="*/ 266629 w 560550"/>
              <a:gd name="connsiteY12-184" fmla="*/ 479903 h 493591"/>
              <a:gd name="connsiteX13-185" fmla="*/ 40497 w 560550"/>
              <a:gd name="connsiteY13-186" fmla="*/ 492105 h 493591"/>
              <a:gd name="connsiteX14-187" fmla="*/ 32832 w 560550"/>
              <a:gd name="connsiteY14-188" fmla="*/ 492314 h 493591"/>
              <a:gd name="connsiteX15-189" fmla="*/ 3210 w 560550"/>
              <a:gd name="connsiteY15-190" fmla="*/ 479408 h 493591"/>
              <a:gd name="connsiteX16-191" fmla="*/ 2740 w 560550"/>
              <a:gd name="connsiteY16-192" fmla="*/ 478849 h 493591"/>
              <a:gd name="connsiteX17-193" fmla="*/ 6844 w 560550"/>
              <a:gd name="connsiteY17-194" fmla="*/ 447301 h 493591"/>
              <a:gd name="connsiteX18-195" fmla="*/ 23102 w 560550"/>
              <a:gd name="connsiteY18-196" fmla="*/ 420834 h 493591"/>
              <a:gd name="connsiteX19-197" fmla="*/ 144121 w 560550"/>
              <a:gd name="connsiteY19-198" fmla="*/ 235111 h 493591"/>
              <a:gd name="connsiteX20-199" fmla="*/ 149231 w 560550"/>
              <a:gd name="connsiteY20-200" fmla="*/ 228009 h 493591"/>
              <a:gd name="connsiteX21-201" fmla="*/ 251731 w 560550"/>
              <a:gd name="connsiteY21-202" fmla="*/ 26070 h 493591"/>
              <a:gd name="connsiteX22-203" fmla="*/ 255383 w 560550"/>
              <a:gd name="connsiteY22-204" fmla="*/ 19328 h 493591"/>
              <a:gd name="connsiteX23-205" fmla="*/ 281371 w 560550"/>
              <a:gd name="connsiteY23-206" fmla="*/ 127 h 493591"/>
              <a:gd name="connsiteX24-207" fmla="*/ 282090 w 560550"/>
              <a:gd name="connsiteY24-208" fmla="*/ 0 h 493591"/>
              <a:gd name="connsiteX0-209" fmla="*/ 282090 w 560550"/>
              <a:gd name="connsiteY0-210" fmla="*/ 0 h 493591"/>
              <a:gd name="connsiteX1-211" fmla="*/ 307359 w 560550"/>
              <a:gd name="connsiteY1-212" fmla="*/ 19328 h 493591"/>
              <a:gd name="connsiteX2-213" fmla="*/ 322151 w 560550"/>
              <a:gd name="connsiteY2-214" fmla="*/ 46641 h 493591"/>
              <a:gd name="connsiteX3-215" fmla="*/ 426075 w 560550"/>
              <a:gd name="connsiteY3-216" fmla="*/ 252279 h 493591"/>
              <a:gd name="connsiteX4-217" fmla="*/ 549713 w 560550"/>
              <a:gd name="connsiteY4-218" fmla="*/ 442022 h 493591"/>
              <a:gd name="connsiteX5-219" fmla="*/ 553726 w 560550"/>
              <a:gd name="connsiteY5-220" fmla="*/ 448555 h 493591"/>
              <a:gd name="connsiteX6-221" fmla="*/ 557360 w 560550"/>
              <a:gd name="connsiteY6-222" fmla="*/ 480662 h 493591"/>
              <a:gd name="connsiteX7-223" fmla="*/ 557111 w 560550"/>
              <a:gd name="connsiteY7-224" fmla="*/ 481348 h 493591"/>
              <a:gd name="connsiteX8-225" fmla="*/ 527738 w 560550"/>
              <a:gd name="connsiteY8-226" fmla="*/ 493568 h 493591"/>
              <a:gd name="connsiteX9-227" fmla="*/ 496688 w 560550"/>
              <a:gd name="connsiteY9-228" fmla="*/ 492722 h 493591"/>
              <a:gd name="connsiteX10-229" fmla="*/ 275338 w 560550"/>
              <a:gd name="connsiteY10-230" fmla="*/ 480778 h 493591"/>
              <a:gd name="connsiteX11-231" fmla="*/ 275975 w 560550"/>
              <a:gd name="connsiteY11-232" fmla="*/ 480403 h 493591"/>
              <a:gd name="connsiteX12-233" fmla="*/ 266629 w 560550"/>
              <a:gd name="connsiteY12-234" fmla="*/ 479903 h 493591"/>
              <a:gd name="connsiteX13-235" fmla="*/ 40497 w 560550"/>
              <a:gd name="connsiteY13-236" fmla="*/ 492105 h 493591"/>
              <a:gd name="connsiteX14-237" fmla="*/ 32832 w 560550"/>
              <a:gd name="connsiteY14-238" fmla="*/ 492314 h 493591"/>
              <a:gd name="connsiteX15-239" fmla="*/ 3210 w 560550"/>
              <a:gd name="connsiteY15-240" fmla="*/ 479408 h 493591"/>
              <a:gd name="connsiteX16-241" fmla="*/ 2740 w 560550"/>
              <a:gd name="connsiteY16-242" fmla="*/ 478849 h 493591"/>
              <a:gd name="connsiteX17-243" fmla="*/ 6844 w 560550"/>
              <a:gd name="connsiteY17-244" fmla="*/ 447301 h 493591"/>
              <a:gd name="connsiteX18-245" fmla="*/ 23102 w 560550"/>
              <a:gd name="connsiteY18-246" fmla="*/ 420834 h 493591"/>
              <a:gd name="connsiteX19-247" fmla="*/ 149231 w 560550"/>
              <a:gd name="connsiteY19-248" fmla="*/ 228009 h 493591"/>
              <a:gd name="connsiteX20-249" fmla="*/ 251731 w 560550"/>
              <a:gd name="connsiteY20-250" fmla="*/ 26070 h 493591"/>
              <a:gd name="connsiteX21-251" fmla="*/ 255383 w 560550"/>
              <a:gd name="connsiteY21-252" fmla="*/ 19328 h 493591"/>
              <a:gd name="connsiteX22-253" fmla="*/ 281371 w 560550"/>
              <a:gd name="connsiteY22-254" fmla="*/ 127 h 493591"/>
              <a:gd name="connsiteX23-255" fmla="*/ 282090 w 560550"/>
              <a:gd name="connsiteY23-256" fmla="*/ 0 h 493591"/>
              <a:gd name="connsiteX0-257" fmla="*/ 282090 w 560550"/>
              <a:gd name="connsiteY0-258" fmla="*/ 0 h 493591"/>
              <a:gd name="connsiteX1-259" fmla="*/ 307359 w 560550"/>
              <a:gd name="connsiteY1-260" fmla="*/ 19328 h 493591"/>
              <a:gd name="connsiteX2-261" fmla="*/ 322151 w 560550"/>
              <a:gd name="connsiteY2-262" fmla="*/ 46641 h 493591"/>
              <a:gd name="connsiteX3-263" fmla="*/ 426075 w 560550"/>
              <a:gd name="connsiteY3-264" fmla="*/ 252279 h 493591"/>
              <a:gd name="connsiteX4-265" fmla="*/ 549713 w 560550"/>
              <a:gd name="connsiteY4-266" fmla="*/ 442022 h 493591"/>
              <a:gd name="connsiteX5-267" fmla="*/ 553726 w 560550"/>
              <a:gd name="connsiteY5-268" fmla="*/ 448555 h 493591"/>
              <a:gd name="connsiteX6-269" fmla="*/ 557360 w 560550"/>
              <a:gd name="connsiteY6-270" fmla="*/ 480662 h 493591"/>
              <a:gd name="connsiteX7-271" fmla="*/ 557111 w 560550"/>
              <a:gd name="connsiteY7-272" fmla="*/ 481348 h 493591"/>
              <a:gd name="connsiteX8-273" fmla="*/ 527738 w 560550"/>
              <a:gd name="connsiteY8-274" fmla="*/ 493568 h 493591"/>
              <a:gd name="connsiteX9-275" fmla="*/ 496688 w 560550"/>
              <a:gd name="connsiteY9-276" fmla="*/ 492722 h 493591"/>
              <a:gd name="connsiteX10-277" fmla="*/ 275338 w 560550"/>
              <a:gd name="connsiteY10-278" fmla="*/ 480778 h 493591"/>
              <a:gd name="connsiteX11-279" fmla="*/ 275975 w 560550"/>
              <a:gd name="connsiteY11-280" fmla="*/ 480403 h 493591"/>
              <a:gd name="connsiteX12-281" fmla="*/ 266629 w 560550"/>
              <a:gd name="connsiteY12-282" fmla="*/ 479903 h 493591"/>
              <a:gd name="connsiteX13-283" fmla="*/ 40497 w 560550"/>
              <a:gd name="connsiteY13-284" fmla="*/ 492105 h 493591"/>
              <a:gd name="connsiteX14-285" fmla="*/ 32832 w 560550"/>
              <a:gd name="connsiteY14-286" fmla="*/ 492314 h 493591"/>
              <a:gd name="connsiteX15-287" fmla="*/ 3210 w 560550"/>
              <a:gd name="connsiteY15-288" fmla="*/ 479408 h 493591"/>
              <a:gd name="connsiteX16-289" fmla="*/ 2740 w 560550"/>
              <a:gd name="connsiteY16-290" fmla="*/ 478849 h 493591"/>
              <a:gd name="connsiteX17-291" fmla="*/ 6844 w 560550"/>
              <a:gd name="connsiteY17-292" fmla="*/ 447301 h 493591"/>
              <a:gd name="connsiteX18-293" fmla="*/ 23102 w 560550"/>
              <a:gd name="connsiteY18-294" fmla="*/ 420834 h 493591"/>
              <a:gd name="connsiteX19-295" fmla="*/ 149231 w 560550"/>
              <a:gd name="connsiteY19-296" fmla="*/ 228009 h 493591"/>
              <a:gd name="connsiteX20-297" fmla="*/ 251731 w 560550"/>
              <a:gd name="connsiteY20-298" fmla="*/ 26070 h 493591"/>
              <a:gd name="connsiteX21-299" fmla="*/ 255383 w 560550"/>
              <a:gd name="connsiteY21-300" fmla="*/ 19328 h 493591"/>
              <a:gd name="connsiteX22-301" fmla="*/ 281371 w 560550"/>
              <a:gd name="connsiteY22-302" fmla="*/ 127 h 493591"/>
              <a:gd name="connsiteX23-303" fmla="*/ 282090 w 560550"/>
              <a:gd name="connsiteY23-304" fmla="*/ 0 h 493591"/>
              <a:gd name="connsiteX0-305" fmla="*/ 282090 w 560550"/>
              <a:gd name="connsiteY0-306" fmla="*/ 0 h 493591"/>
              <a:gd name="connsiteX1-307" fmla="*/ 307359 w 560550"/>
              <a:gd name="connsiteY1-308" fmla="*/ 19328 h 493591"/>
              <a:gd name="connsiteX2-309" fmla="*/ 322151 w 560550"/>
              <a:gd name="connsiteY2-310" fmla="*/ 46641 h 493591"/>
              <a:gd name="connsiteX3-311" fmla="*/ 426075 w 560550"/>
              <a:gd name="connsiteY3-312" fmla="*/ 252279 h 493591"/>
              <a:gd name="connsiteX4-313" fmla="*/ 549713 w 560550"/>
              <a:gd name="connsiteY4-314" fmla="*/ 442022 h 493591"/>
              <a:gd name="connsiteX5-315" fmla="*/ 553726 w 560550"/>
              <a:gd name="connsiteY5-316" fmla="*/ 448555 h 493591"/>
              <a:gd name="connsiteX6-317" fmla="*/ 557360 w 560550"/>
              <a:gd name="connsiteY6-318" fmla="*/ 480662 h 493591"/>
              <a:gd name="connsiteX7-319" fmla="*/ 557111 w 560550"/>
              <a:gd name="connsiteY7-320" fmla="*/ 481348 h 493591"/>
              <a:gd name="connsiteX8-321" fmla="*/ 527738 w 560550"/>
              <a:gd name="connsiteY8-322" fmla="*/ 493568 h 493591"/>
              <a:gd name="connsiteX9-323" fmla="*/ 496688 w 560550"/>
              <a:gd name="connsiteY9-324" fmla="*/ 492722 h 493591"/>
              <a:gd name="connsiteX10-325" fmla="*/ 275338 w 560550"/>
              <a:gd name="connsiteY10-326" fmla="*/ 480778 h 493591"/>
              <a:gd name="connsiteX11-327" fmla="*/ 266629 w 560550"/>
              <a:gd name="connsiteY11-328" fmla="*/ 479903 h 493591"/>
              <a:gd name="connsiteX12-329" fmla="*/ 40497 w 560550"/>
              <a:gd name="connsiteY12-330" fmla="*/ 492105 h 493591"/>
              <a:gd name="connsiteX13-331" fmla="*/ 32832 w 560550"/>
              <a:gd name="connsiteY13-332" fmla="*/ 492314 h 493591"/>
              <a:gd name="connsiteX14-333" fmla="*/ 3210 w 560550"/>
              <a:gd name="connsiteY14-334" fmla="*/ 479408 h 493591"/>
              <a:gd name="connsiteX15-335" fmla="*/ 2740 w 560550"/>
              <a:gd name="connsiteY15-336" fmla="*/ 478849 h 493591"/>
              <a:gd name="connsiteX16-337" fmla="*/ 6844 w 560550"/>
              <a:gd name="connsiteY16-338" fmla="*/ 447301 h 493591"/>
              <a:gd name="connsiteX17-339" fmla="*/ 23102 w 560550"/>
              <a:gd name="connsiteY17-340" fmla="*/ 420834 h 493591"/>
              <a:gd name="connsiteX18-341" fmla="*/ 149231 w 560550"/>
              <a:gd name="connsiteY18-342" fmla="*/ 228009 h 493591"/>
              <a:gd name="connsiteX19-343" fmla="*/ 251731 w 560550"/>
              <a:gd name="connsiteY19-344" fmla="*/ 26070 h 493591"/>
              <a:gd name="connsiteX20-345" fmla="*/ 255383 w 560550"/>
              <a:gd name="connsiteY20-346" fmla="*/ 19328 h 493591"/>
              <a:gd name="connsiteX21-347" fmla="*/ 281371 w 560550"/>
              <a:gd name="connsiteY21-348" fmla="*/ 127 h 493591"/>
              <a:gd name="connsiteX22-349" fmla="*/ 282090 w 560550"/>
              <a:gd name="connsiteY22-350" fmla="*/ 0 h 493591"/>
              <a:gd name="connsiteX0-351" fmla="*/ 282090 w 560550"/>
              <a:gd name="connsiteY0-352" fmla="*/ 0 h 493591"/>
              <a:gd name="connsiteX1-353" fmla="*/ 307359 w 560550"/>
              <a:gd name="connsiteY1-354" fmla="*/ 19328 h 493591"/>
              <a:gd name="connsiteX2-355" fmla="*/ 322151 w 560550"/>
              <a:gd name="connsiteY2-356" fmla="*/ 46641 h 493591"/>
              <a:gd name="connsiteX3-357" fmla="*/ 426075 w 560550"/>
              <a:gd name="connsiteY3-358" fmla="*/ 252279 h 493591"/>
              <a:gd name="connsiteX4-359" fmla="*/ 549713 w 560550"/>
              <a:gd name="connsiteY4-360" fmla="*/ 442022 h 493591"/>
              <a:gd name="connsiteX5-361" fmla="*/ 553726 w 560550"/>
              <a:gd name="connsiteY5-362" fmla="*/ 448555 h 493591"/>
              <a:gd name="connsiteX6-363" fmla="*/ 557360 w 560550"/>
              <a:gd name="connsiteY6-364" fmla="*/ 480662 h 493591"/>
              <a:gd name="connsiteX7-365" fmla="*/ 557111 w 560550"/>
              <a:gd name="connsiteY7-366" fmla="*/ 481348 h 493591"/>
              <a:gd name="connsiteX8-367" fmla="*/ 527738 w 560550"/>
              <a:gd name="connsiteY8-368" fmla="*/ 493568 h 493591"/>
              <a:gd name="connsiteX9-369" fmla="*/ 496688 w 560550"/>
              <a:gd name="connsiteY9-370" fmla="*/ 492722 h 493591"/>
              <a:gd name="connsiteX10-371" fmla="*/ 266629 w 560550"/>
              <a:gd name="connsiteY10-372" fmla="*/ 479903 h 493591"/>
              <a:gd name="connsiteX11-373" fmla="*/ 40497 w 560550"/>
              <a:gd name="connsiteY11-374" fmla="*/ 492105 h 493591"/>
              <a:gd name="connsiteX12-375" fmla="*/ 32832 w 560550"/>
              <a:gd name="connsiteY12-376" fmla="*/ 492314 h 493591"/>
              <a:gd name="connsiteX13-377" fmla="*/ 3210 w 560550"/>
              <a:gd name="connsiteY13-378" fmla="*/ 479408 h 493591"/>
              <a:gd name="connsiteX14-379" fmla="*/ 2740 w 560550"/>
              <a:gd name="connsiteY14-380" fmla="*/ 478849 h 493591"/>
              <a:gd name="connsiteX15-381" fmla="*/ 6844 w 560550"/>
              <a:gd name="connsiteY15-382" fmla="*/ 447301 h 493591"/>
              <a:gd name="connsiteX16-383" fmla="*/ 23102 w 560550"/>
              <a:gd name="connsiteY16-384" fmla="*/ 420834 h 493591"/>
              <a:gd name="connsiteX17-385" fmla="*/ 149231 w 560550"/>
              <a:gd name="connsiteY17-386" fmla="*/ 228009 h 493591"/>
              <a:gd name="connsiteX18-387" fmla="*/ 251731 w 560550"/>
              <a:gd name="connsiteY18-388" fmla="*/ 26070 h 493591"/>
              <a:gd name="connsiteX19-389" fmla="*/ 255383 w 560550"/>
              <a:gd name="connsiteY19-390" fmla="*/ 19328 h 493591"/>
              <a:gd name="connsiteX20-391" fmla="*/ 281371 w 560550"/>
              <a:gd name="connsiteY20-392" fmla="*/ 127 h 493591"/>
              <a:gd name="connsiteX21-393" fmla="*/ 282090 w 560550"/>
              <a:gd name="connsiteY21-394" fmla="*/ 0 h 493591"/>
              <a:gd name="connsiteX0-395" fmla="*/ 282090 w 560550"/>
              <a:gd name="connsiteY0-396" fmla="*/ 0 h 493591"/>
              <a:gd name="connsiteX1-397" fmla="*/ 307359 w 560550"/>
              <a:gd name="connsiteY1-398" fmla="*/ 19328 h 493591"/>
              <a:gd name="connsiteX2-399" fmla="*/ 322151 w 560550"/>
              <a:gd name="connsiteY2-400" fmla="*/ 46641 h 493591"/>
              <a:gd name="connsiteX3-401" fmla="*/ 426075 w 560550"/>
              <a:gd name="connsiteY3-402" fmla="*/ 252279 h 493591"/>
              <a:gd name="connsiteX4-403" fmla="*/ 549713 w 560550"/>
              <a:gd name="connsiteY4-404" fmla="*/ 442022 h 493591"/>
              <a:gd name="connsiteX5-405" fmla="*/ 553726 w 560550"/>
              <a:gd name="connsiteY5-406" fmla="*/ 448555 h 493591"/>
              <a:gd name="connsiteX6-407" fmla="*/ 557360 w 560550"/>
              <a:gd name="connsiteY6-408" fmla="*/ 480662 h 493591"/>
              <a:gd name="connsiteX7-409" fmla="*/ 557111 w 560550"/>
              <a:gd name="connsiteY7-410" fmla="*/ 481348 h 493591"/>
              <a:gd name="connsiteX8-411" fmla="*/ 527738 w 560550"/>
              <a:gd name="connsiteY8-412" fmla="*/ 493568 h 493591"/>
              <a:gd name="connsiteX9-413" fmla="*/ 496688 w 560550"/>
              <a:gd name="connsiteY9-414" fmla="*/ 492722 h 493591"/>
              <a:gd name="connsiteX10-415" fmla="*/ 266629 w 560550"/>
              <a:gd name="connsiteY10-416" fmla="*/ 479903 h 493591"/>
              <a:gd name="connsiteX11-417" fmla="*/ 40497 w 560550"/>
              <a:gd name="connsiteY11-418" fmla="*/ 492105 h 493591"/>
              <a:gd name="connsiteX12-419" fmla="*/ 32832 w 560550"/>
              <a:gd name="connsiteY12-420" fmla="*/ 492314 h 493591"/>
              <a:gd name="connsiteX13-421" fmla="*/ 3210 w 560550"/>
              <a:gd name="connsiteY13-422" fmla="*/ 479408 h 493591"/>
              <a:gd name="connsiteX14-423" fmla="*/ 2740 w 560550"/>
              <a:gd name="connsiteY14-424" fmla="*/ 478849 h 493591"/>
              <a:gd name="connsiteX15-425" fmla="*/ 6844 w 560550"/>
              <a:gd name="connsiteY15-426" fmla="*/ 447301 h 493591"/>
              <a:gd name="connsiteX16-427" fmla="*/ 23102 w 560550"/>
              <a:gd name="connsiteY16-428" fmla="*/ 420834 h 493591"/>
              <a:gd name="connsiteX17-429" fmla="*/ 149231 w 560550"/>
              <a:gd name="connsiteY17-430" fmla="*/ 228009 h 493591"/>
              <a:gd name="connsiteX18-431" fmla="*/ 251731 w 560550"/>
              <a:gd name="connsiteY18-432" fmla="*/ 26070 h 493591"/>
              <a:gd name="connsiteX19-433" fmla="*/ 255383 w 560550"/>
              <a:gd name="connsiteY19-434" fmla="*/ 19328 h 493591"/>
              <a:gd name="connsiteX20-435" fmla="*/ 281371 w 560550"/>
              <a:gd name="connsiteY20-436" fmla="*/ 127 h 493591"/>
              <a:gd name="connsiteX21-437" fmla="*/ 282090 w 560550"/>
              <a:gd name="connsiteY21-438" fmla="*/ 0 h 49359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33" y="connsiteY16-34"/>
              </a:cxn>
              <a:cxn ang="0">
                <a:pos x="connsiteX17-35" y="connsiteY17-36"/>
              </a:cxn>
              <a:cxn ang="0">
                <a:pos x="connsiteX18-37" y="connsiteY18-38"/>
              </a:cxn>
              <a:cxn ang="0">
                <a:pos x="connsiteX19-39" y="connsiteY19-40"/>
              </a:cxn>
              <a:cxn ang="0">
                <a:pos x="connsiteX20-41" y="connsiteY20-42"/>
              </a:cxn>
              <a:cxn ang="0">
                <a:pos x="connsiteX21-43" y="connsiteY21-44"/>
              </a:cxn>
            </a:cxnLst>
            <a:rect l="l" t="t" r="r" b="b"/>
            <a:pathLst>
              <a:path w="560550" h="493591">
                <a:moveTo>
                  <a:pt x="282090" y="0"/>
                </a:moveTo>
                <a:cubicBezTo>
                  <a:pt x="291235" y="0"/>
                  <a:pt x="300381" y="6443"/>
                  <a:pt x="307359" y="19328"/>
                </a:cubicBezTo>
                <a:lnTo>
                  <a:pt x="322151" y="46641"/>
                </a:lnTo>
                <a:cubicBezTo>
                  <a:pt x="341937" y="85466"/>
                  <a:pt x="388148" y="186382"/>
                  <a:pt x="426075" y="252279"/>
                </a:cubicBezTo>
                <a:cubicBezTo>
                  <a:pt x="464002" y="318176"/>
                  <a:pt x="528438" y="409309"/>
                  <a:pt x="549713" y="442022"/>
                </a:cubicBezTo>
                <a:lnTo>
                  <a:pt x="553726" y="448555"/>
                </a:lnTo>
                <a:cubicBezTo>
                  <a:pt x="561598" y="461368"/>
                  <a:pt x="562451" y="472766"/>
                  <a:pt x="557360" y="480662"/>
                </a:cubicBezTo>
                <a:cubicBezTo>
                  <a:pt x="557347" y="480929"/>
                  <a:pt x="557231" y="481140"/>
                  <a:pt x="557111" y="481348"/>
                </a:cubicBezTo>
                <a:cubicBezTo>
                  <a:pt x="552538" y="489268"/>
                  <a:pt x="542386" y="493968"/>
                  <a:pt x="527738" y="493568"/>
                </a:cubicBezTo>
                <a:lnTo>
                  <a:pt x="496688" y="492722"/>
                </a:lnTo>
                <a:cubicBezTo>
                  <a:pt x="453170" y="490445"/>
                  <a:pt x="342661" y="480006"/>
                  <a:pt x="266629" y="479903"/>
                </a:cubicBezTo>
                <a:cubicBezTo>
                  <a:pt x="190597" y="479800"/>
                  <a:pt x="79463" y="490037"/>
                  <a:pt x="40497" y="492105"/>
                </a:cubicBezTo>
                <a:lnTo>
                  <a:pt x="32832" y="492314"/>
                </a:lnTo>
                <a:cubicBezTo>
                  <a:pt x="17800" y="492724"/>
                  <a:pt x="7502" y="487764"/>
                  <a:pt x="3210" y="479408"/>
                </a:cubicBezTo>
                <a:cubicBezTo>
                  <a:pt x="2985" y="479262"/>
                  <a:pt x="2860" y="479056"/>
                  <a:pt x="2740" y="478849"/>
                </a:cubicBezTo>
                <a:cubicBezTo>
                  <a:pt x="-1833" y="470928"/>
                  <a:pt x="-826" y="459787"/>
                  <a:pt x="6844" y="447301"/>
                </a:cubicBezTo>
                <a:lnTo>
                  <a:pt x="23102" y="420834"/>
                </a:lnTo>
                <a:cubicBezTo>
                  <a:pt x="46833" y="384285"/>
                  <a:pt x="111126" y="293803"/>
                  <a:pt x="149231" y="228009"/>
                </a:cubicBezTo>
                <a:cubicBezTo>
                  <a:pt x="187336" y="162215"/>
                  <a:pt x="234039" y="60850"/>
                  <a:pt x="251731" y="26070"/>
                </a:cubicBezTo>
                <a:lnTo>
                  <a:pt x="255383" y="19328"/>
                </a:lnTo>
                <a:cubicBezTo>
                  <a:pt x="262543" y="6104"/>
                  <a:pt x="271988" y="-334"/>
                  <a:pt x="281371" y="127"/>
                </a:cubicBezTo>
                <a:cubicBezTo>
                  <a:pt x="281609" y="5"/>
                  <a:pt x="281850" y="0"/>
                  <a:pt x="282090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zh-CN" altLang="en-US" dirty="0">
              <a:solidFill>
                <a:srgbClr val="FFFFFF"/>
              </a:solidFill>
              <a:latin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2"/>
            </p:custDataLst>
          </p:nvPr>
        </p:nvSpPr>
        <p:spPr>
          <a:xfrm>
            <a:off x="1936564" y="2842161"/>
            <a:ext cx="8318872" cy="1173679"/>
          </a:xfrm>
        </p:spPr>
        <p:txBody>
          <a:bodyPr rIns="25400" rtlCol="0">
            <a:no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8000" b="1" i="0" u="none" strike="noStrike" kern="1200" cap="none" spc="600" normalizeH="0" baseline="0" noProof="1" dirty="0">
                <a:solidFill>
                  <a:schemeClr val="accent5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1pPr>
          </a:lstStyle>
          <a:p>
            <a:pPr lvl="0"/>
            <a:r>
              <a:rPr lang="zh-CN" altLang="en-US" noProof="1">
                <a:sym typeface="+mn-ea"/>
              </a:rPr>
              <a:t>编版标题</a:t>
            </a:r>
            <a:endParaRPr noProof="1">
              <a:sym typeface="+mn-ea"/>
            </a:endParaRPr>
          </a:p>
        </p:txBody>
      </p:sp>
      <p:sp>
        <p:nvSpPr>
          <p:cNvPr id="13" name="日期占位符 2"/>
          <p:cNvSpPr>
            <a:spLocks noGrp="1"/>
          </p:cNvSpPr>
          <p:nvPr>
            <p:ph type="dt" sz="half" idx="10"/>
            <p:custDataLst>
              <p:tags r:id="rId13"/>
            </p:custDataLst>
          </p:nvPr>
        </p:nvSpPr>
        <p:spPr/>
        <p:txBody>
          <a:bodyPr/>
          <a:lstStyle>
            <a:lvl1pPr>
              <a:def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4" name="页脚占位符 3"/>
          <p:cNvSpPr>
            <a:spLocks noGrp="1"/>
          </p:cNvSpPr>
          <p:nvPr>
            <p:ph type="ftr" sz="quarter" idx="11"/>
            <p:custDataLst>
              <p:tags r:id="rId14"/>
            </p:custDataLst>
          </p:nvPr>
        </p:nvSpPr>
        <p:spPr/>
        <p:txBody>
          <a:bodyPr/>
          <a:lstStyle>
            <a:lvl1pPr>
              <a:def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5" name="灯片编号占位符 4"/>
          <p:cNvSpPr>
            <a:spLocks noGrp="1"/>
          </p:cNvSpPr>
          <p:nvPr>
            <p:ph type="sldNum" sz="quarter" idx="12"/>
            <p:custDataLst>
              <p:tags r:id="rId15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589FA83-3AA4-4AB1-AE99-861D1E52AE27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97.xml"/><Relationship Id="rId16" Type="http://schemas.openxmlformats.org/officeDocument/2006/relationships/tags" Target="../tags/tag96.xml"/><Relationship Id="rId15" Type="http://schemas.openxmlformats.org/officeDocument/2006/relationships/tags" Target="../tags/tag95.xml"/><Relationship Id="rId14" Type="http://schemas.openxmlformats.org/officeDocument/2006/relationships/tags" Target="../tags/tag94.xml"/><Relationship Id="rId13" Type="http://schemas.openxmlformats.org/officeDocument/2006/relationships/tags" Target="../tags/tag93.xml"/><Relationship Id="rId12" Type="http://schemas.openxmlformats.org/officeDocument/2006/relationships/tags" Target="../tags/tag9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 noChangeArrowheads="1"/>
          </p:cNvSpPr>
          <p:nvPr>
            <p:ph type="title" idx="4294967295"/>
            <p:custDataLst>
              <p:tags r:id="rId12"/>
            </p:custDataLst>
          </p:nvPr>
        </p:nvSpPr>
        <p:spPr bwMode="auto">
          <a:xfrm>
            <a:off x="669925" y="442913"/>
            <a:ext cx="10852150" cy="442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01600" tIns="38100" rIns="76200" bIns="38100" numCol="1" anchor="t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27" name="文本占位符 2"/>
          <p:cNvSpPr>
            <a:spLocks noGrp="1" noChangeArrowheads="1"/>
          </p:cNvSpPr>
          <p:nvPr>
            <p:ph type="body" idx="9"/>
            <p:custDataLst>
              <p:tags r:id="rId13"/>
            </p:custDataLst>
          </p:nvPr>
        </p:nvSpPr>
        <p:spPr bwMode="auto">
          <a:xfrm>
            <a:off x="669925" y="952500"/>
            <a:ext cx="10852150" cy="5389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01600" tIns="0" rIns="82550" bIns="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879475" y="6350000"/>
            <a:ext cx="2700338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buFontTx/>
              <a:buNone/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388" y="6350000"/>
            <a:ext cx="3959225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buFontTx/>
              <a:buNone/>
              <a:defRPr sz="1200" dirty="0">
                <a:solidFill>
                  <a:schemeClr val="tx1">
                    <a:tint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610600" y="6350000"/>
            <a:ext cx="2700338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buFontTx/>
              <a:buNone/>
              <a:defRPr sz="1200" smtClean="0">
                <a:solidFill>
                  <a:schemeClr val="tx1">
                    <a:tint val="75000"/>
                  </a:schemeClr>
                </a:solidFill>
                <a:latin typeface="微软雅黑" panose="020B0503020204020204" charset="-122"/>
                <a:cs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KSO_TEMPLATE" hidden="1"/>
          <p:cNvSpPr/>
          <p:nvPr>
            <p:custDataLst>
              <p:tags r:id="rId17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>
              <a:latin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2400" b="1" kern="1200" spc="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微软雅黑" panose="020B0503020204020204" charset="-122"/>
          <a:ea typeface="微软雅黑" panose="020B0503020204020204" charset="-122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微软雅黑" panose="020B0503020204020204" charset="-122"/>
          <a:ea typeface="微软雅黑" panose="020B0503020204020204" charset="-122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微软雅黑" panose="020B0503020204020204" charset="-122"/>
          <a:ea typeface="微软雅黑" panose="020B0503020204020204" charset="-122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微软雅黑" panose="020B0503020204020204" charset="-122"/>
          <a:ea typeface="微软雅黑" panose="020B0503020204020204" charset="-122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微软雅黑" panose="020B0503020204020204" charset="-122"/>
          <a:ea typeface="微软雅黑" panose="020B0503020204020204" charset="-122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微软雅黑" panose="020B0503020204020204" charset="-122"/>
          <a:ea typeface="微软雅黑" panose="020B0503020204020204" charset="-122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微软雅黑" panose="020B0503020204020204" charset="-122"/>
          <a:ea typeface="微软雅黑" panose="020B0503020204020204" charset="-122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微软雅黑" panose="020B0503020204020204" charset="-122"/>
          <a:ea typeface="微软雅黑" panose="020B0503020204020204" charset="-122"/>
        </a:defRPr>
      </a:lvl9pPr>
    </p:titleStyle>
    <p:bodyStyle>
      <a:lvl1pPr marL="228600" indent="-228600" algn="l" rtl="0" eaLnBrk="1" fontAlgn="base" hangingPunct="1">
        <a:lnSpc>
          <a:spcPct val="130000"/>
        </a:lnSpc>
        <a:spcBef>
          <a:spcPct val="0"/>
        </a:spcBef>
        <a:spcAft>
          <a:spcPts val="1000"/>
        </a:spcAft>
        <a:buFont typeface="Arial" panose="020B0604020202020204" pitchFamily="34" charset="0"/>
        <a:buChar char="•"/>
        <a:defRPr sz="1600" kern="1200" spc="15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1pPr>
      <a:lvl2pPr marL="685800" indent="-228600" algn="l" rtl="0" eaLnBrk="1" fontAlgn="base" hangingPunct="1">
        <a:lnSpc>
          <a:spcPct val="130000"/>
        </a:lnSpc>
        <a:spcBef>
          <a:spcPct val="0"/>
        </a:spcBef>
        <a:spcAft>
          <a:spcPts val="1000"/>
        </a:spcAft>
        <a:buFont typeface="Arial" panose="020B0604020202020204" pitchFamily="34" charset="0"/>
        <a:buChar char="•"/>
        <a:tabLst>
          <a:tab pos="1609725" algn="l"/>
        </a:tabLst>
        <a:defRPr sz="1600" kern="1200" spc="15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2pPr>
      <a:lvl3pPr marL="1143000" indent="-228600" algn="l" rtl="0" eaLnBrk="1" fontAlgn="base" hangingPunct="1">
        <a:lnSpc>
          <a:spcPct val="130000"/>
        </a:lnSpc>
        <a:spcBef>
          <a:spcPct val="0"/>
        </a:spcBef>
        <a:spcAft>
          <a:spcPts val="1000"/>
        </a:spcAft>
        <a:buFont typeface="Arial" panose="020B0604020202020204" pitchFamily="34" charset="0"/>
        <a:buChar char="•"/>
        <a:tabLst>
          <a:tab pos="1609725" algn="l"/>
        </a:tabLst>
        <a:defRPr sz="1600" kern="1200" spc="15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3pPr>
      <a:lvl4pPr marL="1600200" indent="-228600" algn="l" rtl="0" eaLnBrk="1" fontAlgn="base" hangingPunct="1">
        <a:lnSpc>
          <a:spcPct val="130000"/>
        </a:lnSpc>
        <a:spcBef>
          <a:spcPct val="0"/>
        </a:spcBef>
        <a:spcAft>
          <a:spcPts val="1000"/>
        </a:spcAft>
        <a:buFont typeface="Arial" panose="020B0604020202020204" pitchFamily="34" charset="0"/>
        <a:buChar char="•"/>
        <a:tabLst>
          <a:tab pos="1609725" algn="l"/>
        </a:tabLst>
        <a:defRPr sz="1600" kern="1200" spc="15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4pPr>
      <a:lvl5pPr marL="2057400" indent="-228600" algn="l" rtl="0" eaLnBrk="1" fontAlgn="base" hangingPunct="1">
        <a:lnSpc>
          <a:spcPct val="130000"/>
        </a:lnSpc>
        <a:spcBef>
          <a:spcPct val="0"/>
        </a:spcBef>
        <a:spcAft>
          <a:spcPts val="1000"/>
        </a:spcAft>
        <a:buFont typeface="Arial" panose="020B0604020202020204" pitchFamily="34" charset="0"/>
        <a:buChar char="•"/>
        <a:tabLst>
          <a:tab pos="1609725" algn="l"/>
        </a:tabLst>
        <a:defRPr sz="1600" kern="1200" spc="15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9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9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标题 13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p>
            <a:r>
              <a:rPr lang="zh-CN" altLang="en-US"/>
              <a:t>第</a:t>
            </a:r>
            <a:r>
              <a:rPr lang="en-US" altLang="zh-CN"/>
              <a:t>6</a:t>
            </a:r>
            <a:r>
              <a:rPr lang="zh-CN" altLang="en-US"/>
              <a:t>章</a:t>
            </a:r>
            <a:r>
              <a:rPr lang="en-US" altLang="zh-CN"/>
              <a:t> </a:t>
            </a:r>
            <a:r>
              <a:rPr lang="zh-CN">
                <a:sym typeface="+mn-ea"/>
              </a:rPr>
              <a:t>第五代移动通信系统</a:t>
            </a:r>
            <a:endParaRPr lang="zh-CN" altLang="en-US"/>
          </a:p>
        </p:txBody>
      </p:sp>
      <p:sp>
        <p:nvSpPr>
          <p:cNvPr id="15" name="副标题 14"/>
          <p:cNvSpPr>
            <a:spLocks noGrp="1"/>
          </p:cNvSpPr>
          <p:nvPr>
            <p:ph type="subTitle" idx="1"/>
          </p:nvPr>
        </p:nvSpPr>
        <p:spPr/>
        <p:txBody>
          <a:bodyPr/>
          <a:p>
            <a:r>
              <a:rPr lang="zh-CN" altLang="en-US" sz="2800"/>
              <a:t>小结</a:t>
            </a:r>
            <a:endParaRPr lang="zh-CN" altLang="en-US" sz="2800"/>
          </a:p>
        </p:txBody>
      </p:sp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69925" y="252095"/>
            <a:ext cx="10852150" cy="6297930"/>
          </a:xfrm>
        </p:spPr>
        <p:txBody>
          <a:bodyPr/>
          <a:p>
            <a:pPr marL="0" algn="l">
              <a:buClrTx/>
              <a:buSzTx/>
              <a:buNone/>
            </a:pPr>
            <a:r>
              <a:rPr lang="en-US" altLang="zh-CN" sz="24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1</a:t>
            </a:r>
            <a:r>
              <a:rPr sz="24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、</a:t>
            </a:r>
            <a:r>
              <a:rPr lang="en-US" altLang="zh-CN" sz="24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5G</a:t>
            </a:r>
            <a:r>
              <a:rPr sz="24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的典型应用场景有三个，分别是（）、（）和（）</a:t>
            </a:r>
            <a:r>
              <a:rPr sz="2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。</a:t>
            </a:r>
            <a:endParaRPr sz="24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algn="l">
              <a:buClrTx/>
              <a:buSzTx/>
              <a:buNone/>
            </a:pP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2</a:t>
            </a:r>
            <a:r>
              <a:rPr sz="2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、</a:t>
            </a: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5G</a:t>
            </a:r>
            <a:r>
              <a:rPr sz="2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的性能需求，简单的讲是</a:t>
            </a: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“</a:t>
            </a:r>
            <a:r>
              <a:rPr sz="2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三高二低</a:t>
            </a: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”</a:t>
            </a:r>
            <a:r>
              <a:rPr sz="2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，三高是指（）、（）和（），二低是指（）和（）。</a:t>
            </a:r>
            <a:endParaRPr sz="24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algn="l">
              <a:buClrTx/>
              <a:buSzTx/>
              <a:buNone/>
            </a:pPr>
            <a:r>
              <a:rPr lang="en-US" altLang="zh-CN" sz="240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3</a:t>
            </a:r>
            <a:r>
              <a:rPr sz="240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、</a:t>
            </a:r>
            <a:r>
              <a:rPr lang="en-US" altLang="zh-CN" sz="240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5G NR</a:t>
            </a:r>
            <a:r>
              <a:rPr sz="240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在</a:t>
            </a:r>
            <a:r>
              <a:rPr lang="en-US" altLang="zh-CN" sz="240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FR1</a:t>
            </a:r>
            <a:r>
              <a:rPr altLang="zh-CN" sz="240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和</a:t>
            </a:r>
            <a:r>
              <a:rPr lang="en-US" altLang="zh-CN" sz="240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FR2</a:t>
            </a:r>
            <a:r>
              <a:rPr sz="240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频</a:t>
            </a:r>
            <a:r>
              <a:rPr altLang="zh-CN" sz="240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段内分别支持（）</a:t>
            </a:r>
            <a:r>
              <a:rPr sz="240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和（）带宽。</a:t>
            </a:r>
            <a:endParaRPr sz="2400" smtClean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algn="l">
              <a:buClrTx/>
              <a:buSzTx/>
              <a:buNone/>
            </a:pPr>
            <a:r>
              <a:rPr lang="en-US" altLang="zh-CN" sz="24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4</a:t>
            </a:r>
            <a:r>
              <a:rPr sz="24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、</a:t>
            </a:r>
            <a:r>
              <a:rPr lang="en-US" altLang="zh-CN" sz="24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5G</a:t>
            </a:r>
            <a:r>
              <a:rPr sz="24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频域调度的基本单位是（），包括</a:t>
            </a:r>
            <a:r>
              <a:rPr lang="en-US" altLang="zh-CN" sz="24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12</a:t>
            </a:r>
            <a:r>
              <a:rPr sz="24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个子载波；</a:t>
            </a:r>
            <a:endParaRPr sz="24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algn="l">
              <a:buClrTx/>
              <a:buSzTx/>
              <a:buNone/>
            </a:pPr>
            <a:r>
              <a:rPr lang="en-US" altLang="zh-CN" sz="24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5</a:t>
            </a:r>
            <a:r>
              <a:rPr sz="24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、</a:t>
            </a:r>
            <a:r>
              <a:rPr lang="en-US" altLang="zh-CN" sz="24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5G</a:t>
            </a:r>
            <a:r>
              <a:rPr sz="24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使用的多址方式为下午链路采用（），</a:t>
            </a:r>
            <a:r>
              <a:rPr sz="240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特点是支持频域资源灵活分配；抗多径干扰能力强；适合高速数据传输；</a:t>
            </a:r>
            <a:r>
              <a:rPr sz="24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上行链路采用（），</a:t>
            </a:r>
            <a:r>
              <a:rPr sz="240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特点是具有较低的峰均比</a:t>
            </a:r>
            <a:r>
              <a:rPr lang="en-US" altLang="zh-CN" sz="240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(PAPR)</a:t>
            </a:r>
            <a:r>
              <a:rPr sz="240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；节省终端发射功率；提高上行覆盖范围。</a:t>
            </a:r>
            <a:endParaRPr sz="2400" smtClean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algn="l">
              <a:buClrTx/>
              <a:buSzTx/>
              <a:buNone/>
            </a:pPr>
            <a:r>
              <a:rPr lang="en-US" altLang="zh-CN" sz="240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6</a:t>
            </a:r>
            <a:r>
              <a:rPr sz="240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、</a:t>
            </a:r>
            <a:r>
              <a:rPr lang="en-US" altLang="zh-CN" sz="240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5G</a:t>
            </a:r>
            <a:r>
              <a:rPr sz="240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采用的编码方案，其中数据信道采用（</a:t>
            </a:r>
            <a:r>
              <a:rPr lang="en-US" altLang="zh-CN" sz="240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LDPC</a:t>
            </a:r>
            <a:r>
              <a:rPr sz="240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）码，控制信道采用（</a:t>
            </a:r>
            <a:r>
              <a:rPr lang="en-US" altLang="zh-CN" sz="240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Polar</a:t>
            </a:r>
            <a:r>
              <a:rPr altLang="zh-CN" sz="240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）。</a:t>
            </a:r>
            <a:endParaRPr altLang="zh-CN" sz="2400" smtClean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algn="l">
              <a:buClrTx/>
              <a:buSzTx/>
              <a:buNone/>
            </a:pPr>
            <a:endParaRPr sz="24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algn="l">
              <a:buClrTx/>
              <a:buSzTx/>
              <a:buNone/>
            </a:pPr>
            <a:endParaRPr lang="zh-CN" altLang="en-US" sz="24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algn="l">
              <a:buClrTx/>
              <a:buSzTx/>
              <a:buNone/>
            </a:pPr>
            <a:endParaRPr sz="2400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marL="0" algn="l">
              <a:buClrTx/>
              <a:buSzTx/>
              <a:buNone/>
            </a:pPr>
            <a:endParaRPr lang="zh-CN" altLang="en-US" sz="2400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marL="0" algn="l">
              <a:buClrTx/>
              <a:buSzTx/>
              <a:buNone/>
            </a:pPr>
            <a:r>
              <a:rPr sz="24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   </a:t>
            </a:r>
            <a:endParaRPr sz="2400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92.xml><?xml version="1.0" encoding="utf-8"?>
<p:tagLst xmlns:p="http://schemas.openxmlformats.org/presentationml/2006/main">
  <p:tag name="KSO_WM_TAG_VERSION" val="1.0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EMPLATE_CATEGORY" val="custom"/>
  <p:tag name="KSO_WM_TEMPLATE_INDEX" val="20196581"/>
</p:tagLst>
</file>

<file path=ppt/tags/tag93.xml><?xml version="1.0" encoding="utf-8"?>
<p:tagLst xmlns:p="http://schemas.openxmlformats.org/presentationml/2006/main">
  <p:tag name="KSO_WM_TAG_VERSION" val="1.0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EMPLATE_CATEGORY" val="custom"/>
  <p:tag name="KSO_WM_TEMPLATE_INDEX" val="20196581"/>
</p:tagLst>
</file>

<file path=ppt/tags/tag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97.xml><?xml version="1.0" encoding="utf-8"?>
<p:tagLst xmlns:p="http://schemas.openxmlformats.org/presentationml/2006/main">
  <p:tag name="KSO_WM_TEMPLATE_THUMBS_INDEX" val="1"/>
  <p:tag name="KSO_WM_TEMPLATE_TOPIC_ID" val="2869567"/>
  <p:tag name="KSO_WM_TEMPLATE_OUTLINE_ID" val="15"/>
  <p:tag name="KSO_WM_TEMPLATE_SCENE_ID" val="1"/>
  <p:tag name="KSO_WM_TEMPLATE_JOB_ID" val="2"/>
  <p:tag name="KSO_WM_TEMPLATE_TOPIC_DEFAULT" val="1"/>
  <p:tag name="KSO_WM_TEMPLATE_SUBCATEGORY" val="0"/>
  <p:tag name="KSO_WM_TAG_VERSION" val="1.0"/>
  <p:tag name="KSO_WM_BEAUTIFY_FLAG" val="#wm#"/>
  <p:tag name="KSO_WM_TEMPLATE_CATEGORY" val="custom"/>
  <p:tag name="KSO_WM_TEMPLATE_INDEX" val="20196581"/>
</p:tagLst>
</file>

<file path=ppt/tags/tag98.xml><?xml version="1.0" encoding="utf-8"?>
<p:tagLst xmlns:p="http://schemas.openxmlformats.org/presentationml/2006/main">
  <p:tag name="KSO_WM_SLIDE_ID" val="custom20205176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176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99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</p:tagLst>
</file>

<file path=ppt/tags/tag100.xml><?xml version="1.0" encoding="utf-8"?>
<p:tagLst xmlns:p="http://schemas.openxmlformats.org/presentationml/2006/main">
  <p:tag name="KSO_WPP_MARK_KEY" val="67aebfcb-79f4-4552-a6ca-12d2dfcb6051"/>
  <p:tag name="COMMONDATA" val="eyJoZGlkIjoiYTFmYzFiNTQwOTAzOGY1ZThmMzQzOTYyMWZkNmQwM2QifQ=="/>
</p:tagLst>
</file>

<file path=ppt/theme/theme1.xml><?xml version="1.0" encoding="utf-8"?>
<a:theme xmlns:a="http://schemas.openxmlformats.org/drawingml/2006/main" name="Office 主题​​">
  <a:themeElements>
    <a:clrScheme name="7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95959"/>
      </a:accent1>
      <a:accent2>
        <a:srgbClr val="8496B0"/>
      </a:accent2>
      <a:accent3>
        <a:srgbClr val="D7B5C6"/>
      </a:accent3>
      <a:accent4>
        <a:srgbClr val="BCBCBC"/>
      </a:accent4>
      <a:accent5>
        <a:srgbClr val="034A90"/>
      </a:accent5>
      <a:accent6>
        <a:srgbClr val="595959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286</Words>
  <Application>WPS 演示</Application>
  <PresentationFormat>宽屏</PresentationFormat>
  <Paragraphs>16</Paragraphs>
  <Slides>2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10" baseType="lpstr">
      <vt:lpstr>Arial</vt:lpstr>
      <vt:lpstr>宋体</vt:lpstr>
      <vt:lpstr>Wingdings</vt:lpstr>
      <vt:lpstr>微软雅黑</vt:lpstr>
      <vt:lpstr>楷体</vt:lpstr>
      <vt:lpstr>Arial Unicode MS</vt:lpstr>
      <vt:lpstr>Calibri</vt:lpstr>
      <vt:lpstr>Office 主题​​</vt:lpstr>
      <vt:lpstr>第6章 GSM系统和CDMA系统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一片云</cp:lastModifiedBy>
  <cp:revision>197</cp:revision>
  <dcterms:created xsi:type="dcterms:W3CDTF">2019-06-19T02:08:00Z</dcterms:created>
  <dcterms:modified xsi:type="dcterms:W3CDTF">2025-05-14T02:28:08Z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2052-12.1.0.20784</vt:lpwstr>
  </property>
  <property fmtid="{D5CDD505-2E9C-101B-9397-08002B2CF9AE}" pid="3" name="ICV">
    <vt:lpwstr>9A9E6BDF971E4F2F8A76A357F44464DA_13</vt:lpwstr>
  </property>
</Properties>
</file>