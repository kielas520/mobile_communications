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1" Type="http://schemas.openxmlformats.org/officeDocument/2006/relationships/tags" Target="../tags/tag41.xml"/><Relationship Id="rId20" Type="http://schemas.openxmlformats.org/officeDocument/2006/relationships/tags" Target="../tags/tag40.xml"/><Relationship Id="rId2" Type="http://schemas.openxmlformats.org/officeDocument/2006/relationships/tags" Target="../tags/tag22.xml"/><Relationship Id="rId19" Type="http://schemas.openxmlformats.org/officeDocument/2006/relationships/tags" Target="../tags/tag39.xml"/><Relationship Id="rId18" Type="http://schemas.openxmlformats.org/officeDocument/2006/relationships/tags" Target="../tags/tag38.xml"/><Relationship Id="rId17" Type="http://schemas.openxmlformats.org/officeDocument/2006/relationships/tags" Target="../tags/tag37.xml"/><Relationship Id="rId16" Type="http://schemas.openxmlformats.org/officeDocument/2006/relationships/tags" Target="../tags/tag36.xml"/><Relationship Id="rId15" Type="http://schemas.openxmlformats.org/officeDocument/2006/relationships/tags" Target="../tags/tag35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5.xml"/><Relationship Id="rId8" Type="http://schemas.openxmlformats.org/officeDocument/2006/relationships/tags" Target="../tags/tag84.xml"/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5" Type="http://schemas.openxmlformats.org/officeDocument/2006/relationships/tags" Target="../tags/tag91.xml"/><Relationship Id="rId14" Type="http://schemas.openxmlformats.org/officeDocument/2006/relationships/tags" Target="../tags/tag90.xml"/><Relationship Id="rId13" Type="http://schemas.openxmlformats.org/officeDocument/2006/relationships/tags" Target="../tags/tag89.xml"/><Relationship Id="rId12" Type="http://schemas.openxmlformats.org/officeDocument/2006/relationships/tags" Target="../tags/tag88.xml"/><Relationship Id="rId11" Type="http://schemas.openxmlformats.org/officeDocument/2006/relationships/tags" Target="../tags/tag87.xml"/><Relationship Id="rId10" Type="http://schemas.openxmlformats.org/officeDocument/2006/relationships/tags" Target="../tags/tag86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>
            <p:custDataLst>
              <p:tags r:id="rId2"/>
            </p:custDataLst>
          </p:nvPr>
        </p:nvSpPr>
        <p:spPr>
          <a:xfrm>
            <a:off x="11123613" y="-7938"/>
            <a:ext cx="1068387" cy="1052513"/>
          </a:xfrm>
          <a:custGeom>
            <a:avLst/>
            <a:gdLst>
              <a:gd name="connsiteX0" fmla="*/ 65352 w 1068729"/>
              <a:gd name="connsiteY0" fmla="*/ 0 h 1052118"/>
              <a:gd name="connsiteX1" fmla="*/ 1068729 w 1068729"/>
              <a:gd name="connsiteY1" fmla="*/ 0 h 1052118"/>
              <a:gd name="connsiteX2" fmla="*/ 1068729 w 1068729"/>
              <a:gd name="connsiteY2" fmla="*/ 977750 h 1052118"/>
              <a:gd name="connsiteX3" fmla="*/ 1040113 w 1068729"/>
              <a:gd name="connsiteY3" fmla="*/ 993283 h 1052118"/>
              <a:gd name="connsiteX4" fmla="*/ 748689 w 1068729"/>
              <a:gd name="connsiteY4" fmla="*/ 1052118 h 1052118"/>
              <a:gd name="connsiteX5" fmla="*/ 0 w 1068729"/>
              <a:gd name="connsiteY5" fmla="*/ 303429 h 1052118"/>
              <a:gd name="connsiteX6" fmla="*/ 58836 w 1068729"/>
              <a:gd name="connsiteY6" fmla="*/ 12005 h 1052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8729" h="1052118">
                <a:moveTo>
                  <a:pt x="65352" y="0"/>
                </a:moveTo>
                <a:lnTo>
                  <a:pt x="1068729" y="0"/>
                </a:lnTo>
                <a:lnTo>
                  <a:pt x="1068729" y="977750"/>
                </a:lnTo>
                <a:lnTo>
                  <a:pt x="1040113" y="993283"/>
                </a:lnTo>
                <a:cubicBezTo>
                  <a:pt x="950541" y="1031168"/>
                  <a:pt x="852062" y="1052118"/>
                  <a:pt x="748689" y="1052118"/>
                </a:cubicBezTo>
                <a:cubicBezTo>
                  <a:pt x="335199" y="1052118"/>
                  <a:pt x="0" y="716919"/>
                  <a:pt x="0" y="303429"/>
                </a:cubicBezTo>
                <a:cubicBezTo>
                  <a:pt x="0" y="200056"/>
                  <a:pt x="20950" y="101577"/>
                  <a:pt x="58836" y="1200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椭圆 4"/>
          <p:cNvSpPr/>
          <p:nvPr>
            <p:custDataLst>
              <p:tags r:id="rId3"/>
            </p:custDataLst>
          </p:nvPr>
        </p:nvSpPr>
        <p:spPr>
          <a:xfrm>
            <a:off x="8029575" y="458788"/>
            <a:ext cx="741363" cy="7413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任意多边形: 形状 5"/>
          <p:cNvSpPr/>
          <p:nvPr>
            <p:custDataLst>
              <p:tags r:id="rId4"/>
            </p:custDataLst>
          </p:nvPr>
        </p:nvSpPr>
        <p:spPr>
          <a:xfrm>
            <a:off x="3287713" y="-7938"/>
            <a:ext cx="1457325" cy="584201"/>
          </a:xfrm>
          <a:custGeom>
            <a:avLst/>
            <a:gdLst>
              <a:gd name="connsiteX0" fmla="*/ 0 w 1458561"/>
              <a:gd name="connsiteY0" fmla="*/ 0 h 584280"/>
              <a:gd name="connsiteX1" fmla="*/ 1458561 w 1458561"/>
              <a:gd name="connsiteY1" fmla="*/ 0 h 584280"/>
              <a:gd name="connsiteX2" fmla="*/ 1419134 w 1458561"/>
              <a:gd name="connsiteY2" fmla="*/ 127015 h 584280"/>
              <a:gd name="connsiteX3" fmla="*/ 729281 w 1458561"/>
              <a:gd name="connsiteY3" fmla="*/ 584280 h 584280"/>
              <a:gd name="connsiteX4" fmla="*/ 39427 w 1458561"/>
              <a:gd name="connsiteY4" fmla="*/ 127015 h 584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561" h="584280">
                <a:moveTo>
                  <a:pt x="0" y="0"/>
                </a:moveTo>
                <a:lnTo>
                  <a:pt x="1458561" y="0"/>
                </a:lnTo>
                <a:lnTo>
                  <a:pt x="1419134" y="127015"/>
                </a:lnTo>
                <a:cubicBezTo>
                  <a:pt x="1305477" y="395731"/>
                  <a:pt x="1039398" y="584280"/>
                  <a:pt x="729281" y="584280"/>
                </a:cubicBezTo>
                <a:cubicBezTo>
                  <a:pt x="419163" y="584280"/>
                  <a:pt x="153084" y="395731"/>
                  <a:pt x="39427" y="12701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任意多边形: 形状 6"/>
          <p:cNvSpPr/>
          <p:nvPr>
            <p:custDataLst>
              <p:tags r:id="rId5"/>
            </p:custDataLst>
          </p:nvPr>
        </p:nvSpPr>
        <p:spPr>
          <a:xfrm>
            <a:off x="5199063" y="5929313"/>
            <a:ext cx="1828800" cy="938212"/>
          </a:xfrm>
          <a:custGeom>
            <a:avLst/>
            <a:gdLst>
              <a:gd name="connsiteX0" fmla="*/ 1058486 w 2116971"/>
              <a:gd name="connsiteY0" fmla="*/ 0 h 1086707"/>
              <a:gd name="connsiteX1" fmla="*/ 2116971 w 2116971"/>
              <a:gd name="connsiteY1" fmla="*/ 1058486 h 1086707"/>
              <a:gd name="connsiteX2" fmla="*/ 2114126 w 2116971"/>
              <a:gd name="connsiteY2" fmla="*/ 1086707 h 1086707"/>
              <a:gd name="connsiteX3" fmla="*/ 2845 w 2116971"/>
              <a:gd name="connsiteY3" fmla="*/ 1086707 h 1086707"/>
              <a:gd name="connsiteX4" fmla="*/ 0 w 2116971"/>
              <a:gd name="connsiteY4" fmla="*/ 1058486 h 1086707"/>
              <a:gd name="connsiteX5" fmla="*/ 1058486 w 2116971"/>
              <a:gd name="connsiteY5" fmla="*/ 0 h 1086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6971" h="1086707">
                <a:moveTo>
                  <a:pt x="1058486" y="0"/>
                </a:moveTo>
                <a:cubicBezTo>
                  <a:pt x="1643071" y="0"/>
                  <a:pt x="2116971" y="473900"/>
                  <a:pt x="2116971" y="1058486"/>
                </a:cubicBezTo>
                <a:lnTo>
                  <a:pt x="2114126" y="1086707"/>
                </a:lnTo>
                <a:lnTo>
                  <a:pt x="2845" y="1086707"/>
                </a:lnTo>
                <a:lnTo>
                  <a:pt x="0" y="1058486"/>
                </a:lnTo>
                <a:cubicBezTo>
                  <a:pt x="0" y="473900"/>
                  <a:pt x="473899" y="0"/>
                  <a:pt x="10584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任意多边形: 形状 7"/>
          <p:cNvSpPr/>
          <p:nvPr>
            <p:custDataLst>
              <p:tags r:id="rId6"/>
            </p:custDataLst>
          </p:nvPr>
        </p:nvSpPr>
        <p:spPr>
          <a:xfrm>
            <a:off x="10945813" y="6275388"/>
            <a:ext cx="1036637" cy="593725"/>
          </a:xfrm>
          <a:custGeom>
            <a:avLst/>
            <a:gdLst>
              <a:gd name="connsiteX0" fmla="*/ 517890 w 1035780"/>
              <a:gd name="connsiteY0" fmla="*/ 0 h 593238"/>
              <a:gd name="connsiteX1" fmla="*/ 1035780 w 1035780"/>
              <a:gd name="connsiteY1" fmla="*/ 517890 h 593238"/>
              <a:gd name="connsiteX2" fmla="*/ 1028184 w 1035780"/>
              <a:gd name="connsiteY2" fmla="*/ 593238 h 593238"/>
              <a:gd name="connsiteX3" fmla="*/ 7596 w 1035780"/>
              <a:gd name="connsiteY3" fmla="*/ 593238 h 593238"/>
              <a:gd name="connsiteX4" fmla="*/ 0 w 1035780"/>
              <a:gd name="connsiteY4" fmla="*/ 517890 h 593238"/>
              <a:gd name="connsiteX5" fmla="*/ 517890 w 1035780"/>
              <a:gd name="connsiteY5" fmla="*/ 0 h 593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5780" h="593238">
                <a:moveTo>
                  <a:pt x="517890" y="0"/>
                </a:moveTo>
                <a:cubicBezTo>
                  <a:pt x="803913" y="0"/>
                  <a:pt x="1035780" y="231867"/>
                  <a:pt x="1035780" y="517890"/>
                </a:cubicBezTo>
                <a:lnTo>
                  <a:pt x="1028184" y="593238"/>
                </a:lnTo>
                <a:lnTo>
                  <a:pt x="7596" y="593238"/>
                </a:lnTo>
                <a:lnTo>
                  <a:pt x="0" y="517890"/>
                </a:lnTo>
                <a:cubicBezTo>
                  <a:pt x="0" y="231867"/>
                  <a:pt x="231867" y="0"/>
                  <a:pt x="5178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任意多边形: 形状 8"/>
          <p:cNvSpPr/>
          <p:nvPr>
            <p:custDataLst>
              <p:tags r:id="rId7"/>
            </p:custDataLst>
          </p:nvPr>
        </p:nvSpPr>
        <p:spPr>
          <a:xfrm>
            <a:off x="-19050" y="6184900"/>
            <a:ext cx="787400" cy="673100"/>
          </a:xfrm>
          <a:custGeom>
            <a:avLst/>
            <a:gdLst>
              <a:gd name="connsiteX0" fmla="*/ 269296 w 787186"/>
              <a:gd name="connsiteY0" fmla="*/ 0 h 673570"/>
              <a:gd name="connsiteX1" fmla="*/ 787186 w 787186"/>
              <a:gd name="connsiteY1" fmla="*/ 517890 h 673570"/>
              <a:gd name="connsiteX2" fmla="*/ 776665 w 787186"/>
              <a:gd name="connsiteY2" fmla="*/ 622263 h 673570"/>
              <a:gd name="connsiteX3" fmla="*/ 760738 w 787186"/>
              <a:gd name="connsiteY3" fmla="*/ 673570 h 673570"/>
              <a:gd name="connsiteX4" fmla="*/ 0 w 787186"/>
              <a:gd name="connsiteY4" fmla="*/ 673570 h 673570"/>
              <a:gd name="connsiteX5" fmla="*/ 0 w 787186"/>
              <a:gd name="connsiteY5" fmla="*/ 77450 h 673570"/>
              <a:gd name="connsiteX6" fmla="*/ 67710 w 787186"/>
              <a:gd name="connsiteY6" fmla="*/ 40699 h 673570"/>
              <a:gd name="connsiteX7" fmla="*/ 269296 w 787186"/>
              <a:gd name="connsiteY7" fmla="*/ 0 h 673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7186" h="673570">
                <a:moveTo>
                  <a:pt x="269296" y="0"/>
                </a:moveTo>
                <a:cubicBezTo>
                  <a:pt x="555319" y="0"/>
                  <a:pt x="787186" y="231867"/>
                  <a:pt x="787186" y="517890"/>
                </a:cubicBezTo>
                <a:cubicBezTo>
                  <a:pt x="787186" y="553643"/>
                  <a:pt x="783563" y="588550"/>
                  <a:pt x="776665" y="622263"/>
                </a:cubicBezTo>
                <a:lnTo>
                  <a:pt x="760738" y="673570"/>
                </a:lnTo>
                <a:lnTo>
                  <a:pt x="0" y="673570"/>
                </a:lnTo>
                <a:lnTo>
                  <a:pt x="0" y="77450"/>
                </a:lnTo>
                <a:lnTo>
                  <a:pt x="67710" y="40699"/>
                </a:lnTo>
                <a:cubicBezTo>
                  <a:pt x="129669" y="14492"/>
                  <a:pt x="197790" y="0"/>
                  <a:pt x="2692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KSO_Shape"/>
          <p:cNvSpPr/>
          <p:nvPr>
            <p:custDataLst>
              <p:tags r:id="rId8"/>
            </p:custDataLst>
          </p:nvPr>
        </p:nvSpPr>
        <p:spPr>
          <a:xfrm rot="13141020">
            <a:off x="484188" y="1138238"/>
            <a:ext cx="193675" cy="169862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>
            <p:custDataLst>
              <p:tags r:id="rId9"/>
            </p:custDataLst>
          </p:nvPr>
        </p:nvSpPr>
        <p:spPr>
          <a:xfrm rot="17100000">
            <a:off x="822325" y="3236913"/>
            <a:ext cx="215900" cy="190500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>
            <p:custDataLst>
              <p:tags r:id="rId10"/>
            </p:custDataLst>
          </p:nvPr>
        </p:nvSpPr>
        <p:spPr>
          <a:xfrm rot="10154805">
            <a:off x="8432800" y="6116638"/>
            <a:ext cx="314325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3" name="KSO_Shape"/>
          <p:cNvSpPr/>
          <p:nvPr>
            <p:custDataLst>
              <p:tags r:id="rId11"/>
            </p:custDataLst>
          </p:nvPr>
        </p:nvSpPr>
        <p:spPr>
          <a:xfrm rot="11738950">
            <a:off x="10777538" y="2560638"/>
            <a:ext cx="314325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" name=" 184"/>
          <p:cNvSpPr/>
          <p:nvPr>
            <p:custDataLst>
              <p:tags r:id="rId12"/>
            </p:custDataLst>
          </p:nvPr>
        </p:nvSpPr>
        <p:spPr>
          <a:xfrm>
            <a:off x="727075" y="1936750"/>
            <a:ext cx="936625" cy="9366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3"/>
            </p:custDataLst>
          </p:nvPr>
        </p:nvSpPr>
        <p:spPr>
          <a:xfrm>
            <a:off x="2757714" y="2510565"/>
            <a:ext cx="6676572" cy="902363"/>
          </a:xfrm>
        </p:spPr>
        <p:txBody>
          <a:bodyPr anchor="b">
            <a:normAutofit/>
          </a:bodyPr>
          <a:lstStyle>
            <a:lvl1pPr algn="ctr">
              <a:defRPr sz="48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4"/>
            </p:custDataLst>
          </p:nvPr>
        </p:nvSpPr>
        <p:spPr>
          <a:xfrm>
            <a:off x="2757714" y="3461461"/>
            <a:ext cx="6676572" cy="5905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>
            <p:custDataLst>
              <p:tags r:id="rId2"/>
            </p:custDataLst>
          </p:nvPr>
        </p:nvSpPr>
        <p:spPr>
          <a:xfrm>
            <a:off x="1408113" y="2114550"/>
            <a:ext cx="2681287" cy="268128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3302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dirty="0">
              <a:latin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5" name="椭圆 4"/>
          <p:cNvSpPr/>
          <p:nvPr>
            <p:custDataLst>
              <p:tags r:id="rId3"/>
            </p:custDataLst>
          </p:nvPr>
        </p:nvSpPr>
        <p:spPr>
          <a:xfrm>
            <a:off x="1574800" y="2266950"/>
            <a:ext cx="2378075" cy="237648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cxnSp>
        <p:nvCxnSpPr>
          <p:cNvPr id="6" name="直接连接符 5"/>
          <p:cNvCxnSpPr/>
          <p:nvPr>
            <p:custDataLst>
              <p:tags r:id="rId4"/>
            </p:custDataLst>
          </p:nvPr>
        </p:nvCxnSpPr>
        <p:spPr>
          <a:xfrm>
            <a:off x="4762500" y="3602038"/>
            <a:ext cx="4948238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/>
          <p:cNvSpPr/>
          <p:nvPr>
            <p:custDataLst>
              <p:tags r:id="rId5"/>
            </p:custDataLst>
          </p:nvPr>
        </p:nvSpPr>
        <p:spPr>
          <a:xfrm>
            <a:off x="9802813" y="3541713"/>
            <a:ext cx="115887" cy="11588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8" name="椭圆 7"/>
          <p:cNvSpPr/>
          <p:nvPr>
            <p:custDataLst>
              <p:tags r:id="rId6"/>
            </p:custDataLst>
          </p:nvPr>
        </p:nvSpPr>
        <p:spPr>
          <a:xfrm>
            <a:off x="10299700" y="3541713"/>
            <a:ext cx="115888" cy="11588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9" name="椭圆 8"/>
          <p:cNvSpPr/>
          <p:nvPr>
            <p:custDataLst>
              <p:tags r:id="rId7"/>
            </p:custDataLst>
          </p:nvPr>
        </p:nvSpPr>
        <p:spPr>
          <a:xfrm>
            <a:off x="9967913" y="3541713"/>
            <a:ext cx="115887" cy="11588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" name="椭圆 9"/>
          <p:cNvSpPr/>
          <p:nvPr>
            <p:custDataLst>
              <p:tags r:id="rId8"/>
            </p:custDataLst>
          </p:nvPr>
        </p:nvSpPr>
        <p:spPr>
          <a:xfrm>
            <a:off x="10134600" y="3541713"/>
            <a:ext cx="115888" cy="11588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>
            <p:custDataLst>
              <p:tags r:id="rId9"/>
            </p:custDataLst>
          </p:nvPr>
        </p:nvSpPr>
        <p:spPr>
          <a:xfrm rot="237355">
            <a:off x="2771775" y="2308225"/>
            <a:ext cx="193675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>
            <p:custDataLst>
              <p:tags r:id="rId10"/>
            </p:custDataLst>
          </p:nvPr>
        </p:nvSpPr>
        <p:spPr>
          <a:xfrm rot="1275228">
            <a:off x="3003550" y="2360613"/>
            <a:ext cx="193675" cy="169862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3" name="KSO_Shape"/>
          <p:cNvSpPr/>
          <p:nvPr>
            <p:custDataLst>
              <p:tags r:id="rId11"/>
            </p:custDataLst>
          </p:nvPr>
        </p:nvSpPr>
        <p:spPr>
          <a:xfrm rot="2175228">
            <a:off x="3209925" y="2478088"/>
            <a:ext cx="193675" cy="171450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" name="KSO_Shape"/>
          <p:cNvSpPr/>
          <p:nvPr>
            <p:custDataLst>
              <p:tags r:id="rId12"/>
            </p:custDataLst>
          </p:nvPr>
        </p:nvSpPr>
        <p:spPr>
          <a:xfrm rot="3075228">
            <a:off x="3363119" y="2640806"/>
            <a:ext cx="193675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5" name="KSO_Shape"/>
          <p:cNvSpPr/>
          <p:nvPr>
            <p:custDataLst>
              <p:tags r:id="rId13"/>
            </p:custDataLst>
          </p:nvPr>
        </p:nvSpPr>
        <p:spPr>
          <a:xfrm rot="298659" flipH="1" flipV="1">
            <a:off x="2470150" y="4416425"/>
            <a:ext cx="193675" cy="171450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6" name="KSO_Shape"/>
          <p:cNvSpPr/>
          <p:nvPr>
            <p:custDataLst>
              <p:tags r:id="rId14"/>
            </p:custDataLst>
          </p:nvPr>
        </p:nvSpPr>
        <p:spPr>
          <a:xfrm rot="1336532" flipH="1" flipV="1">
            <a:off x="2243138" y="4365625"/>
            <a:ext cx="193675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7" name="KSO_Shape"/>
          <p:cNvSpPr/>
          <p:nvPr>
            <p:custDataLst>
              <p:tags r:id="rId15"/>
            </p:custDataLst>
          </p:nvPr>
        </p:nvSpPr>
        <p:spPr>
          <a:xfrm rot="2236532" flipH="1" flipV="1">
            <a:off x="2039938" y="4243388"/>
            <a:ext cx="193675" cy="169862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8" name="KSO_Shape"/>
          <p:cNvSpPr/>
          <p:nvPr>
            <p:custDataLst>
              <p:tags r:id="rId16"/>
            </p:custDataLst>
          </p:nvPr>
        </p:nvSpPr>
        <p:spPr>
          <a:xfrm rot="3136532" flipH="1" flipV="1">
            <a:off x="1889919" y="4079081"/>
            <a:ext cx="193675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4730750" y="2895613"/>
            <a:ext cx="4979670" cy="564898"/>
          </a:xfrm>
        </p:spPr>
        <p:txBody>
          <a:bodyPr anchor="b">
            <a:normAutofit/>
          </a:bodyPr>
          <a:lstStyle>
            <a:lvl1pPr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4730750" y="3753579"/>
            <a:ext cx="4979670" cy="58110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9" name="日期占位符 3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" name="页脚占位符 4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389BDA-CB19-408D-87C9-523E8B292D6F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Autofit/>
          </a:bodyPr>
          <a:lstStyle>
            <a:lvl1pPr>
              <a:defRPr sz="16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6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6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6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6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949C00-89D8-4D4A-9FDA-96A9C7BBE615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lang="zh-CN" altLang="en-US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 dirty="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/>
          <p:cNvSpPr/>
          <p:nvPr>
            <p:custDataLst>
              <p:tags r:id="rId2"/>
            </p:custDataLst>
          </p:nvPr>
        </p:nvSpPr>
        <p:spPr>
          <a:xfrm>
            <a:off x="11123613" y="-7938"/>
            <a:ext cx="1068387" cy="1052513"/>
          </a:xfrm>
          <a:custGeom>
            <a:avLst/>
            <a:gdLst>
              <a:gd name="connsiteX0" fmla="*/ 65352 w 1068729"/>
              <a:gd name="connsiteY0" fmla="*/ 0 h 1052118"/>
              <a:gd name="connsiteX1" fmla="*/ 1068729 w 1068729"/>
              <a:gd name="connsiteY1" fmla="*/ 0 h 1052118"/>
              <a:gd name="connsiteX2" fmla="*/ 1068729 w 1068729"/>
              <a:gd name="connsiteY2" fmla="*/ 977750 h 1052118"/>
              <a:gd name="connsiteX3" fmla="*/ 1040113 w 1068729"/>
              <a:gd name="connsiteY3" fmla="*/ 993283 h 1052118"/>
              <a:gd name="connsiteX4" fmla="*/ 748689 w 1068729"/>
              <a:gd name="connsiteY4" fmla="*/ 1052118 h 1052118"/>
              <a:gd name="connsiteX5" fmla="*/ 0 w 1068729"/>
              <a:gd name="connsiteY5" fmla="*/ 303429 h 1052118"/>
              <a:gd name="connsiteX6" fmla="*/ 58836 w 1068729"/>
              <a:gd name="connsiteY6" fmla="*/ 12005 h 1052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8729" h="1052118">
                <a:moveTo>
                  <a:pt x="65352" y="0"/>
                </a:moveTo>
                <a:lnTo>
                  <a:pt x="1068729" y="0"/>
                </a:lnTo>
                <a:lnTo>
                  <a:pt x="1068729" y="977750"/>
                </a:lnTo>
                <a:lnTo>
                  <a:pt x="1040113" y="993283"/>
                </a:lnTo>
                <a:cubicBezTo>
                  <a:pt x="950541" y="1031168"/>
                  <a:pt x="852062" y="1052118"/>
                  <a:pt x="748689" y="1052118"/>
                </a:cubicBezTo>
                <a:cubicBezTo>
                  <a:pt x="335199" y="1052118"/>
                  <a:pt x="0" y="716919"/>
                  <a:pt x="0" y="303429"/>
                </a:cubicBezTo>
                <a:cubicBezTo>
                  <a:pt x="0" y="200056"/>
                  <a:pt x="20950" y="101577"/>
                  <a:pt x="58836" y="1200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椭圆 3"/>
          <p:cNvSpPr/>
          <p:nvPr>
            <p:custDataLst>
              <p:tags r:id="rId3"/>
            </p:custDataLst>
          </p:nvPr>
        </p:nvSpPr>
        <p:spPr>
          <a:xfrm>
            <a:off x="1481138" y="1231812"/>
            <a:ext cx="1497012" cy="1498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任意多边形: 形状 4"/>
          <p:cNvSpPr/>
          <p:nvPr>
            <p:custDataLst>
              <p:tags r:id="rId4"/>
            </p:custDataLst>
          </p:nvPr>
        </p:nvSpPr>
        <p:spPr>
          <a:xfrm>
            <a:off x="8089900" y="-7938"/>
            <a:ext cx="1047750" cy="420688"/>
          </a:xfrm>
          <a:custGeom>
            <a:avLst/>
            <a:gdLst>
              <a:gd name="connsiteX0" fmla="*/ 0 w 1458561"/>
              <a:gd name="connsiteY0" fmla="*/ 0 h 584280"/>
              <a:gd name="connsiteX1" fmla="*/ 1458561 w 1458561"/>
              <a:gd name="connsiteY1" fmla="*/ 0 h 584280"/>
              <a:gd name="connsiteX2" fmla="*/ 1419134 w 1458561"/>
              <a:gd name="connsiteY2" fmla="*/ 127015 h 584280"/>
              <a:gd name="connsiteX3" fmla="*/ 729281 w 1458561"/>
              <a:gd name="connsiteY3" fmla="*/ 584280 h 584280"/>
              <a:gd name="connsiteX4" fmla="*/ 39427 w 1458561"/>
              <a:gd name="connsiteY4" fmla="*/ 127015 h 584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561" h="584280">
                <a:moveTo>
                  <a:pt x="0" y="0"/>
                </a:moveTo>
                <a:lnTo>
                  <a:pt x="1458561" y="0"/>
                </a:lnTo>
                <a:lnTo>
                  <a:pt x="1419134" y="127015"/>
                </a:lnTo>
                <a:cubicBezTo>
                  <a:pt x="1305477" y="395731"/>
                  <a:pt x="1039398" y="584280"/>
                  <a:pt x="729281" y="584280"/>
                </a:cubicBezTo>
                <a:cubicBezTo>
                  <a:pt x="419163" y="584280"/>
                  <a:pt x="153084" y="395731"/>
                  <a:pt x="39427" y="12701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任意多边形: 形状 5"/>
          <p:cNvSpPr/>
          <p:nvPr>
            <p:custDataLst>
              <p:tags r:id="rId5"/>
            </p:custDataLst>
          </p:nvPr>
        </p:nvSpPr>
        <p:spPr>
          <a:xfrm>
            <a:off x="4592638" y="5781675"/>
            <a:ext cx="2116137" cy="1087438"/>
          </a:xfrm>
          <a:custGeom>
            <a:avLst/>
            <a:gdLst>
              <a:gd name="connsiteX0" fmla="*/ 1058486 w 2116971"/>
              <a:gd name="connsiteY0" fmla="*/ 0 h 1086707"/>
              <a:gd name="connsiteX1" fmla="*/ 2116971 w 2116971"/>
              <a:gd name="connsiteY1" fmla="*/ 1058486 h 1086707"/>
              <a:gd name="connsiteX2" fmla="*/ 2114126 w 2116971"/>
              <a:gd name="connsiteY2" fmla="*/ 1086707 h 1086707"/>
              <a:gd name="connsiteX3" fmla="*/ 2845 w 2116971"/>
              <a:gd name="connsiteY3" fmla="*/ 1086707 h 1086707"/>
              <a:gd name="connsiteX4" fmla="*/ 0 w 2116971"/>
              <a:gd name="connsiteY4" fmla="*/ 1058486 h 1086707"/>
              <a:gd name="connsiteX5" fmla="*/ 1058486 w 2116971"/>
              <a:gd name="connsiteY5" fmla="*/ 0 h 1086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6971" h="1086707">
                <a:moveTo>
                  <a:pt x="1058486" y="0"/>
                </a:moveTo>
                <a:cubicBezTo>
                  <a:pt x="1643071" y="0"/>
                  <a:pt x="2116971" y="473900"/>
                  <a:pt x="2116971" y="1058486"/>
                </a:cubicBezTo>
                <a:lnTo>
                  <a:pt x="2114126" y="1086707"/>
                </a:lnTo>
                <a:lnTo>
                  <a:pt x="2845" y="1086707"/>
                </a:lnTo>
                <a:lnTo>
                  <a:pt x="0" y="1058486"/>
                </a:lnTo>
                <a:cubicBezTo>
                  <a:pt x="0" y="473900"/>
                  <a:pt x="473899" y="0"/>
                  <a:pt x="10584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任意多边形: 形状 6"/>
          <p:cNvSpPr/>
          <p:nvPr>
            <p:custDataLst>
              <p:tags r:id="rId6"/>
            </p:custDataLst>
          </p:nvPr>
        </p:nvSpPr>
        <p:spPr>
          <a:xfrm>
            <a:off x="10945813" y="6275388"/>
            <a:ext cx="1036637" cy="593725"/>
          </a:xfrm>
          <a:custGeom>
            <a:avLst/>
            <a:gdLst>
              <a:gd name="connsiteX0" fmla="*/ 517890 w 1035780"/>
              <a:gd name="connsiteY0" fmla="*/ 0 h 593238"/>
              <a:gd name="connsiteX1" fmla="*/ 1035780 w 1035780"/>
              <a:gd name="connsiteY1" fmla="*/ 517890 h 593238"/>
              <a:gd name="connsiteX2" fmla="*/ 1028184 w 1035780"/>
              <a:gd name="connsiteY2" fmla="*/ 593238 h 593238"/>
              <a:gd name="connsiteX3" fmla="*/ 7596 w 1035780"/>
              <a:gd name="connsiteY3" fmla="*/ 593238 h 593238"/>
              <a:gd name="connsiteX4" fmla="*/ 0 w 1035780"/>
              <a:gd name="connsiteY4" fmla="*/ 517890 h 593238"/>
              <a:gd name="connsiteX5" fmla="*/ 517890 w 1035780"/>
              <a:gd name="connsiteY5" fmla="*/ 0 h 593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5780" h="593238">
                <a:moveTo>
                  <a:pt x="517890" y="0"/>
                </a:moveTo>
                <a:cubicBezTo>
                  <a:pt x="803913" y="0"/>
                  <a:pt x="1035780" y="231867"/>
                  <a:pt x="1035780" y="517890"/>
                </a:cubicBezTo>
                <a:lnTo>
                  <a:pt x="1028184" y="593238"/>
                </a:lnTo>
                <a:lnTo>
                  <a:pt x="7596" y="593238"/>
                </a:lnTo>
                <a:lnTo>
                  <a:pt x="0" y="517890"/>
                </a:lnTo>
                <a:cubicBezTo>
                  <a:pt x="0" y="231867"/>
                  <a:pt x="231867" y="0"/>
                  <a:pt x="5178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任意多边形: 形状 7"/>
          <p:cNvSpPr/>
          <p:nvPr>
            <p:custDataLst>
              <p:tags r:id="rId7"/>
            </p:custDataLst>
          </p:nvPr>
        </p:nvSpPr>
        <p:spPr>
          <a:xfrm>
            <a:off x="-19050" y="6184900"/>
            <a:ext cx="787400" cy="673100"/>
          </a:xfrm>
          <a:custGeom>
            <a:avLst/>
            <a:gdLst>
              <a:gd name="connsiteX0" fmla="*/ 269296 w 787186"/>
              <a:gd name="connsiteY0" fmla="*/ 0 h 673570"/>
              <a:gd name="connsiteX1" fmla="*/ 787186 w 787186"/>
              <a:gd name="connsiteY1" fmla="*/ 517890 h 673570"/>
              <a:gd name="connsiteX2" fmla="*/ 776665 w 787186"/>
              <a:gd name="connsiteY2" fmla="*/ 622263 h 673570"/>
              <a:gd name="connsiteX3" fmla="*/ 760738 w 787186"/>
              <a:gd name="connsiteY3" fmla="*/ 673570 h 673570"/>
              <a:gd name="connsiteX4" fmla="*/ 0 w 787186"/>
              <a:gd name="connsiteY4" fmla="*/ 673570 h 673570"/>
              <a:gd name="connsiteX5" fmla="*/ 0 w 787186"/>
              <a:gd name="connsiteY5" fmla="*/ 77450 h 673570"/>
              <a:gd name="connsiteX6" fmla="*/ 67710 w 787186"/>
              <a:gd name="connsiteY6" fmla="*/ 40699 h 673570"/>
              <a:gd name="connsiteX7" fmla="*/ 269296 w 787186"/>
              <a:gd name="connsiteY7" fmla="*/ 0 h 673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7186" h="673570">
                <a:moveTo>
                  <a:pt x="269296" y="0"/>
                </a:moveTo>
                <a:cubicBezTo>
                  <a:pt x="555319" y="0"/>
                  <a:pt x="787186" y="231867"/>
                  <a:pt x="787186" y="517890"/>
                </a:cubicBezTo>
                <a:cubicBezTo>
                  <a:pt x="787186" y="553643"/>
                  <a:pt x="783563" y="588550"/>
                  <a:pt x="776665" y="622263"/>
                </a:cubicBezTo>
                <a:lnTo>
                  <a:pt x="760738" y="673570"/>
                </a:lnTo>
                <a:lnTo>
                  <a:pt x="0" y="673570"/>
                </a:lnTo>
                <a:lnTo>
                  <a:pt x="0" y="77450"/>
                </a:lnTo>
                <a:lnTo>
                  <a:pt x="67710" y="40699"/>
                </a:lnTo>
                <a:cubicBezTo>
                  <a:pt x="129669" y="14492"/>
                  <a:pt x="197790" y="0"/>
                  <a:pt x="26929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KSO_Shape"/>
          <p:cNvSpPr/>
          <p:nvPr>
            <p:custDataLst>
              <p:tags r:id="rId8"/>
            </p:custDataLst>
          </p:nvPr>
        </p:nvSpPr>
        <p:spPr>
          <a:xfrm rot="10154805">
            <a:off x="9918700" y="4903788"/>
            <a:ext cx="314325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" name="KSO_Shape"/>
          <p:cNvSpPr/>
          <p:nvPr>
            <p:custDataLst>
              <p:tags r:id="rId9"/>
            </p:custDataLst>
          </p:nvPr>
        </p:nvSpPr>
        <p:spPr>
          <a:xfrm rot="10154805">
            <a:off x="8273266" y="2335838"/>
            <a:ext cx="314325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dirty="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>
            <p:custDataLst>
              <p:tags r:id="rId10"/>
            </p:custDataLst>
          </p:nvPr>
        </p:nvSpPr>
        <p:spPr>
          <a:xfrm rot="13326744">
            <a:off x="1309688" y="4641850"/>
            <a:ext cx="628650" cy="554038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dirty="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>
            <p:custDataLst>
              <p:tags r:id="rId11"/>
            </p:custDataLst>
          </p:nvPr>
        </p:nvSpPr>
        <p:spPr>
          <a:xfrm rot="6300000">
            <a:off x="5813425" y="893763"/>
            <a:ext cx="563563" cy="496887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dirty="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2"/>
            </p:custDataLst>
          </p:nvPr>
        </p:nvSpPr>
        <p:spPr>
          <a:xfrm>
            <a:off x="1936564" y="2842161"/>
            <a:ext cx="8318872" cy="1173679"/>
          </a:xfrm>
        </p:spPr>
        <p:txBody>
          <a:bodyPr rIns="25400" rtlCol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8000" b="1" i="0" u="none" strike="noStrike" kern="1200" cap="none" spc="600" normalizeH="0" baseline="0" noProof="1" dirty="0">
                <a:solidFill>
                  <a:schemeClr val="accent5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编版标题</a:t>
            </a:r>
            <a:endParaRPr noProof="1">
              <a:sym typeface="+mn-ea"/>
            </a:endParaRPr>
          </a:p>
        </p:txBody>
      </p:sp>
      <p:sp>
        <p:nvSpPr>
          <p:cNvPr id="1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89FA83-3AA4-4AB1-AE99-861D1E52AE2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97.xml"/><Relationship Id="rId16" Type="http://schemas.openxmlformats.org/officeDocument/2006/relationships/tags" Target="../tags/tag96.xml"/><Relationship Id="rId15" Type="http://schemas.openxmlformats.org/officeDocument/2006/relationships/tags" Target="../tags/tag95.xml"/><Relationship Id="rId14" Type="http://schemas.openxmlformats.org/officeDocument/2006/relationships/tags" Target="../tags/tag94.xml"/><Relationship Id="rId13" Type="http://schemas.openxmlformats.org/officeDocument/2006/relationships/tags" Target="../tags/tag93.xml"/><Relationship Id="rId12" Type="http://schemas.openxmlformats.org/officeDocument/2006/relationships/tags" Target="../tags/tag9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2"/>
            </p:custDataLst>
          </p:nvPr>
        </p:nvSpPr>
        <p:spPr bwMode="auto">
          <a:xfrm>
            <a:off x="669925" y="442913"/>
            <a:ext cx="10852150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3"/>
            </p:custDataLst>
          </p:nvPr>
        </p:nvSpPr>
        <p:spPr bwMode="auto">
          <a:xfrm>
            <a:off x="669925" y="952500"/>
            <a:ext cx="10852150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buFontTx/>
              <a:buNone/>
              <a:defRPr sz="1200" dirty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buFontTx/>
              <a:buNone/>
              <a:defRPr sz="1200" smtClean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 kern="1200" spc="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9pPr>
    </p:titleStyle>
    <p:bodyStyle>
      <a:lvl1pPr marL="2286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6858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11430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6002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20574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98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99.xml"/><Relationship Id="rId4" Type="http://schemas.openxmlformats.org/officeDocument/2006/relationships/image" Target="../media/image2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第</a:t>
            </a:r>
            <a:r>
              <a:rPr lang="en-US" altLang="zh-CN"/>
              <a:t>3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 dirty="0">
                <a:sym typeface="+mn-ea"/>
              </a:rPr>
              <a:t>信源编码和</a:t>
            </a:r>
            <a:r>
              <a:rPr lang="zh-CN" altLang="en-US" dirty="0" smtClean="0">
                <a:sym typeface="+mn-ea"/>
              </a:rPr>
              <a:t>调</a:t>
            </a:r>
            <a:r>
              <a:rPr lang="zh-CN" altLang="en-US" dirty="0">
                <a:sym typeface="+mn-ea"/>
              </a:rPr>
              <a:t>制解调技术</a:t>
            </a:r>
            <a:endParaRPr lang="zh-CN" altLang="en-US"/>
          </a:p>
        </p:txBody>
      </p:sp>
      <p:sp>
        <p:nvSpPr>
          <p:cNvPr id="15" name="副标题 14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 sz="2800"/>
              <a:t>小结</a:t>
            </a:r>
            <a:endParaRPr lang="zh-CN" altLang="en-US" sz="280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252095"/>
            <a:ext cx="10852150" cy="6297930"/>
          </a:xfrm>
        </p:spPr>
        <p:txBody>
          <a:bodyPr/>
          <a:p>
            <a:pPr marL="0" indent="0">
              <a:buNone/>
            </a:pP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）频带利用率的定义：</a:t>
            </a:r>
            <a:endParaRPr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>
              <a:buNone/>
            </a:pPr>
            <a:r>
              <a:rPr lang="en-US" altLang="zh-CN" sz="2400" i="1">
                <a:sym typeface="+mn-ea"/>
              </a:rPr>
              <a:t>η</a:t>
            </a:r>
            <a:r>
              <a:rPr lang="en-US" altLang="zh-CN" sz="2400" i="1" baseline="-25000">
                <a:sym typeface="+mn-ea"/>
              </a:rPr>
              <a:t>b</a:t>
            </a:r>
            <a:r>
              <a:rPr lang="en-US" altLang="zh-CN" sz="2400" i="1">
                <a:sym typeface="+mn-ea"/>
              </a:rPr>
              <a:t> </a:t>
            </a:r>
            <a:r>
              <a:rPr sz="2400">
                <a:sym typeface="+mn-ea"/>
              </a:rPr>
              <a:t>＝</a:t>
            </a:r>
            <a:r>
              <a:rPr lang="en-US" altLang="zh-CN" sz="2400" i="1">
                <a:sym typeface="+mn-ea"/>
              </a:rPr>
              <a:t>R</a:t>
            </a:r>
            <a:r>
              <a:rPr lang="en-US" altLang="zh-CN" sz="2400" i="1" baseline="-25000">
                <a:sym typeface="+mn-ea"/>
              </a:rPr>
              <a:t>b</a:t>
            </a:r>
            <a:r>
              <a:rPr lang="en-US" altLang="zh-CN" sz="2400">
                <a:sym typeface="+mn-ea"/>
              </a:rPr>
              <a:t>/</a:t>
            </a:r>
            <a:r>
              <a:rPr lang="en-US" altLang="zh-CN" sz="2400" i="1">
                <a:sym typeface="+mn-ea"/>
              </a:rPr>
              <a:t>B</a:t>
            </a:r>
            <a:endParaRPr lang="en-US" altLang="zh-CN" sz="2400" i="1">
              <a:sym typeface="+mn-ea"/>
            </a:endParaRPr>
          </a:p>
          <a:p>
            <a:pPr marL="0" indent="0">
              <a:buNone/>
            </a:pP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5G LDPC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编码规则；</a:t>
            </a:r>
            <a:endParaRPr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>
              <a:buNone/>
            </a:pP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3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5G Polar</a:t>
            </a:r>
            <a:r>
              <a:rPr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编码规则</a:t>
            </a:r>
            <a:endParaRPr altLang="zh-CN"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>
              <a:buNone/>
            </a:pPr>
            <a:r>
              <a:rPr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4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BPSK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的频带效率为多少？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QPSK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的频带效率为多少？</a:t>
            </a:r>
            <a:endParaRPr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>
              <a:buNone/>
            </a:pP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5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）如下图为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QPSK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的一种相位逻辑和调制原理框图</a:t>
            </a:r>
            <a:endParaRPr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>
              <a:buNone/>
            </a:pPr>
            <a:endParaRPr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graphicFrame>
        <p:nvGraphicFramePr>
          <p:cNvPr id="2" name="对象 1"/>
          <p:cNvGraphicFramePr/>
          <p:nvPr/>
        </p:nvGraphicFramePr>
        <p:xfrm>
          <a:off x="6669405" y="3721100"/>
          <a:ext cx="5387340" cy="282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1" imgW="4733925" imgH="2486025" progId="Paint.Picture">
                  <p:embed/>
                </p:oleObj>
              </mc:Choice>
              <mc:Fallback>
                <p:oleObj name="" r:id="rId1" imgW="4733925" imgH="2486025" progId="Paint.Picture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669405" y="3721100"/>
                        <a:ext cx="5387340" cy="2828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48" name="Object 14"/>
          <p:cNvGraphicFramePr>
            <a:graphicFrameLocks noChangeAspect="1"/>
          </p:cNvGraphicFramePr>
          <p:nvPr/>
        </p:nvGraphicFramePr>
        <p:xfrm>
          <a:off x="374015" y="4108450"/>
          <a:ext cx="5314950" cy="274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7" name="Visio" r:id="rId3" imgW="27336750" imgH="14249400" progId="">
                  <p:embed/>
                </p:oleObj>
              </mc:Choice>
              <mc:Fallback>
                <p:oleObj name="Visio" r:id="rId3" imgW="27336750" imgH="14249400" progId="">
                  <p:embed/>
                  <p:pic>
                    <p:nvPicPr>
                      <p:cNvPr id="0" name="Object 1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4015" y="4108450"/>
                        <a:ext cx="5314950" cy="2749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0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0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/>
        </p:nvSpPr>
        <p:spPr>
          <a:xfrm>
            <a:off x="463550" y="358140"/>
            <a:ext cx="11394440" cy="52355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</a:pP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（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6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）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OFDM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中，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Δf</a:t>
            </a:r>
            <a:r>
              <a:rPr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为子载波的间隔，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Ts</a:t>
            </a:r>
            <a:r>
              <a:rPr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为输入基带信号经串并变换后每一路的码元周期，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Δf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与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Ts</a:t>
            </a:r>
            <a:r>
              <a:rPr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的关系是？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OFDM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中任意两个子载波都是？</a:t>
            </a:r>
            <a:endParaRPr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</a:pPr>
            <a:r>
              <a:rPr lang="zh-CN" altLang="en-US" sz="2400" spc="150"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</a:t>
            </a:r>
            <a:r>
              <a:rPr lang="en-US" altLang="zh-CN" sz="2400" spc="150"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7</a:t>
            </a:r>
            <a:r>
              <a:rPr lang="zh-CN" altLang="en-US" sz="2400" spc="150"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</a:t>
            </a:r>
            <a:r>
              <a:rPr lang="en-US" altLang="zh-CN" sz="2400" spc="150"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OFDM</a:t>
            </a:r>
            <a:r>
              <a:rPr lang="zh-CN" altLang="en-US" sz="2400" spc="150"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的频带效率为多少？</a:t>
            </a:r>
            <a:endParaRPr lang="zh-CN" altLang="en-US" sz="2400" spc="150"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81"/>
</p:tagLst>
</file>

<file path=ppt/tags/tag93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8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TEMPLATE_THUMBS_INDEX" val="1"/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TEMPLATE_SUBCATEGORY" val="0"/>
  <p:tag name="KSO_WM_TAG_VERSION" val="1.0"/>
  <p:tag name="KSO_WM_BEAUTIFY_FLAG" val="#wm#"/>
  <p:tag name="KSO_WM_TEMPLATE_CATEGORY" val="custom"/>
  <p:tag name="KSO_WM_TEMPLATE_INDEX" val="20196581"/>
</p:tagLst>
</file>

<file path=ppt/tags/tag98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0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heme/theme1.xml><?xml version="1.0" encoding="utf-8"?>
<a:theme xmlns:a="http://schemas.openxmlformats.org/drawingml/2006/main" name="Office 主题​​">
  <a:themeElements>
    <a:clrScheme name="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5959"/>
      </a:accent1>
      <a:accent2>
        <a:srgbClr val="8496B0"/>
      </a:accent2>
      <a:accent3>
        <a:srgbClr val="D7B5C6"/>
      </a:accent3>
      <a:accent4>
        <a:srgbClr val="BCBCBC"/>
      </a:accent4>
      <a:accent5>
        <a:srgbClr val="034A90"/>
      </a:accent5>
      <a:accent6>
        <a:srgbClr val="595959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</Words>
  <Application>WPS 演示</Application>
  <PresentationFormat>宽屏</PresentationFormat>
  <Paragraphs>15</Paragraphs>
  <Slides>3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楷体</vt:lpstr>
      <vt:lpstr>Arial Unicode MS</vt:lpstr>
      <vt:lpstr>Calibri</vt:lpstr>
      <vt:lpstr>Office 主题​​</vt:lpstr>
      <vt:lpstr>Paint.Picture</vt:lpstr>
      <vt:lpstr>第3章 信源编码和调制解调技术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一片云</cp:lastModifiedBy>
  <cp:revision>183</cp:revision>
  <dcterms:created xsi:type="dcterms:W3CDTF">2019-06-19T02:08:00Z</dcterms:created>
  <dcterms:modified xsi:type="dcterms:W3CDTF">2025-05-09T02:46:58Z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88AD10D517464C99A6A8E3A6BB56232E</vt:lpwstr>
  </property>
</Properties>
</file>