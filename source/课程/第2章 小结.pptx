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8029575" y="458788"/>
            <a:ext cx="741363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3287713" y="-7938"/>
            <a:ext cx="1457325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199063" y="5929313"/>
            <a:ext cx="18288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484188" y="113823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822325" y="3236913"/>
            <a:ext cx="215900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8432800" y="6116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10777538" y="25606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727075" y="1936750"/>
            <a:ext cx="936625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757714" y="2510565"/>
            <a:ext cx="6676572" cy="902363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757714" y="3461461"/>
            <a:ext cx="6676572" cy="5905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408113" y="2114550"/>
            <a:ext cx="2681287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574800" y="2266950"/>
            <a:ext cx="2378075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4762500" y="3602038"/>
            <a:ext cx="4948238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9802813" y="3541713"/>
            <a:ext cx="115887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10299700" y="3541713"/>
            <a:ext cx="115888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9967913" y="3541713"/>
            <a:ext cx="115887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10134600" y="3541713"/>
            <a:ext cx="115888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771775" y="23082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3003550" y="2360613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3209925" y="2478088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3363119" y="2640806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2470150" y="4416425"/>
            <a:ext cx="193675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2243138" y="4365625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2039938" y="4243388"/>
            <a:ext cx="193675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889919" y="4079081"/>
            <a:ext cx="193675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4730750" y="2895613"/>
            <a:ext cx="4979670" cy="564898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4730750" y="3753579"/>
            <a:ext cx="4979670" cy="5811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949C00-89D8-4D4A-9FDA-96A9C7BBE615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11123613" y="-7938"/>
            <a:ext cx="1068387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481138" y="1231812"/>
            <a:ext cx="1497012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8089900" y="-7938"/>
            <a:ext cx="1047750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4592638" y="5781675"/>
            <a:ext cx="2116137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10945813" y="6275388"/>
            <a:ext cx="1036637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9050" y="6184900"/>
            <a:ext cx="78740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9918700" y="490378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8273266" y="2335838"/>
            <a:ext cx="314325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1309688" y="4641850"/>
            <a:ext cx="628650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5813425" y="893763"/>
            <a:ext cx="563563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936564" y="2842161"/>
            <a:ext cx="8318872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12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12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</a:t>
            </a:r>
            <a:r>
              <a:rPr lang="en-US" altLang="zh-CN"/>
              <a:t> 移动通信电波传播与传授预测模型</a:t>
            </a:r>
            <a:endParaRPr lang="zh-CN" altLang="en-US"/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800"/>
              <a:t>小结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2095"/>
            <a:ext cx="10852150" cy="6297930"/>
          </a:xfrm>
        </p:spPr>
        <p:txBody>
          <a:bodyPr/>
          <a:p>
            <a:pPr marL="0" indent="0">
              <a:buNone/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）电波传播的基本特性是（）？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）电波传播的基本特性表现在那几个方面？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（３）若某发射机的发射功率为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1000W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，换算成分贝形式是（）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dBW</a:t>
            </a: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，（）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dBm; </a:t>
            </a: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）自由空间的传播损耗的计算公式是？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5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）除自由空间传播外，还有三种基本电波传播机制，分别是？</a:t>
            </a: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6)GSM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系统的载波频率为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900MHz</a:t>
            </a:r>
            <a:r>
              <a:rPr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，某用户乘坐汽车时速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100km/h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，求最大多谱勒频移；</a:t>
            </a:r>
            <a:endParaRPr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7</a:t>
            </a:r>
            <a:r>
              <a:rPr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）根据衰落与频率的关系，将衰落分为两种，（）和（）。对于移动信道来说，存在一个固有的相关带宽，当信号的带宽小于相关带宽时，发生（），当信号大于相关带宽时，发生（）。</a:t>
            </a:r>
            <a:endParaRPr lang="en-US" altLang="zh-CN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</Words>
  <Application>WPS 演示</Application>
  <PresentationFormat>宽屏</PresentationFormat>
  <Paragraphs>12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楷体</vt:lpstr>
      <vt:lpstr>Calibri</vt:lpstr>
      <vt:lpstr>Arial Unicode MS</vt:lpstr>
      <vt:lpstr>Office 主题​​</vt:lpstr>
      <vt:lpstr>第2章 移动通信电波传播与传授预测模型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一片云</cp:lastModifiedBy>
  <cp:revision>178</cp:revision>
  <dcterms:created xsi:type="dcterms:W3CDTF">2019-06-19T02:08:00Z</dcterms:created>
  <dcterms:modified xsi:type="dcterms:W3CDTF">2023-03-20T01:37:28Z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2052-11.1.0.11435</vt:lpwstr>
  </property>
  <property fmtid="{D5CDD505-2E9C-101B-9397-08002B2CF9AE}" pid="3" name="ICV">
    <vt:lpwstr>795A799D3ED64F768B6BB7C5113DB66C</vt:lpwstr>
  </property>
</Properties>
</file>