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4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8029575" y="458788"/>
            <a:ext cx="741363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3287713" y="-7938"/>
            <a:ext cx="1457325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5199063" y="5929313"/>
            <a:ext cx="18288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KSO_Shape"/>
          <p:cNvSpPr/>
          <p:nvPr>
            <p:custDataLst>
              <p:tags r:id="rId8"/>
            </p:custDataLst>
          </p:nvPr>
        </p:nvSpPr>
        <p:spPr>
          <a:xfrm rot="13141020">
            <a:off x="484188" y="113823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17100000">
            <a:off x="822325" y="3236913"/>
            <a:ext cx="215900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0154805">
            <a:off x="8432800" y="6116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11738950">
            <a:off x="10777538" y="2560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 184"/>
          <p:cNvSpPr/>
          <p:nvPr>
            <p:custDataLst>
              <p:tags r:id="rId12"/>
            </p:custDataLst>
          </p:nvPr>
        </p:nvSpPr>
        <p:spPr>
          <a:xfrm>
            <a:off x="727075" y="1936750"/>
            <a:ext cx="936625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2757714" y="2510565"/>
            <a:ext cx="6676572" cy="902363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4"/>
            </p:custDataLst>
          </p:nvPr>
        </p:nvSpPr>
        <p:spPr>
          <a:xfrm>
            <a:off x="2757714" y="3461461"/>
            <a:ext cx="6676572" cy="5905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408113" y="2114550"/>
            <a:ext cx="2681287" cy="268128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1574800" y="2266950"/>
            <a:ext cx="2378075" cy="23764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4762500" y="3602038"/>
            <a:ext cx="494823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9802813" y="3541713"/>
            <a:ext cx="115887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10299700" y="3541713"/>
            <a:ext cx="115888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9967913" y="3541713"/>
            <a:ext cx="115887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0134600" y="3541713"/>
            <a:ext cx="115888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237355">
            <a:off x="2771775" y="23082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275228">
            <a:off x="3003550" y="2360613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2175228">
            <a:off x="3209925" y="2478088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12"/>
            </p:custDataLst>
          </p:nvPr>
        </p:nvSpPr>
        <p:spPr>
          <a:xfrm rot="3075228">
            <a:off x="3363119" y="2640806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>
            <p:custDataLst>
              <p:tags r:id="rId13"/>
            </p:custDataLst>
          </p:nvPr>
        </p:nvSpPr>
        <p:spPr>
          <a:xfrm rot="298659" flipH="1" flipV="1">
            <a:off x="2470150" y="4416425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>
            <p:custDataLst>
              <p:tags r:id="rId14"/>
            </p:custDataLst>
          </p:nvPr>
        </p:nvSpPr>
        <p:spPr>
          <a:xfrm rot="1336532" flipH="1" flipV="1">
            <a:off x="2243138" y="43656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>
            <p:custDataLst>
              <p:tags r:id="rId15"/>
            </p:custDataLst>
          </p:nvPr>
        </p:nvSpPr>
        <p:spPr>
          <a:xfrm rot="2236532" flipH="1" flipV="1">
            <a:off x="2039938" y="424338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>
            <p:custDataLst>
              <p:tags r:id="rId16"/>
            </p:custDataLst>
          </p:nvPr>
        </p:nvSpPr>
        <p:spPr>
          <a:xfrm rot="3136532" flipH="1" flipV="1">
            <a:off x="1889919" y="4079081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4730750" y="2895613"/>
            <a:ext cx="4979670" cy="564898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4730750" y="3753579"/>
            <a:ext cx="4979670" cy="5811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89BDA-CB19-408D-87C9-523E8B292D6F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49C00-89D8-4D4A-9FDA-96A9C7BBE615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1481138" y="1231812"/>
            <a:ext cx="1497012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8089900" y="-7938"/>
            <a:ext cx="1047750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5"/>
            </p:custDataLst>
          </p:nvPr>
        </p:nvSpPr>
        <p:spPr>
          <a:xfrm>
            <a:off x="4592638" y="5781675"/>
            <a:ext cx="2116137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6"/>
            </p:custDataLst>
          </p:nvPr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7"/>
            </p:custDataLst>
          </p:nvPr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>
          <a:xfrm rot="10154805">
            <a:off x="9918700" y="490378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9"/>
            </p:custDataLst>
          </p:nvPr>
        </p:nvSpPr>
        <p:spPr>
          <a:xfrm rot="10154805">
            <a:off x="8273266" y="23358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10"/>
            </p:custDataLst>
          </p:nvPr>
        </p:nvSpPr>
        <p:spPr>
          <a:xfrm rot="13326744">
            <a:off x="1309688" y="4641850"/>
            <a:ext cx="628650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1"/>
            </p:custDataLst>
          </p:nvPr>
        </p:nvSpPr>
        <p:spPr>
          <a:xfrm rot="6300000">
            <a:off x="5813425" y="893763"/>
            <a:ext cx="563563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936564" y="2842161"/>
            <a:ext cx="8318872" cy="1173679"/>
          </a:xfrm>
        </p:spPr>
        <p:txBody>
          <a:bodyPr rIns="254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accent5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编版标题</a:t>
            </a:r>
            <a:endParaRPr noProof="1">
              <a:sym typeface="+mn-ea"/>
            </a:endParaRP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120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1200" smtClean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概述</a:t>
            </a:r>
            <a:endParaRPr lang="zh-CN" altLang="en-US"/>
          </a:p>
        </p:txBody>
      </p:sp>
      <p:sp>
        <p:nvSpPr>
          <p:cNvPr id="15" name="副标题 1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2800"/>
              <a:t>小结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9585" y="252095"/>
            <a:ext cx="11333480" cy="6297930"/>
          </a:xfrm>
        </p:spPr>
        <p:txBody>
          <a:bodyPr/>
          <a:p>
            <a:pPr marL="0" indent="0">
              <a:buNone/>
            </a:pP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）移动通信的定义？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 smtClean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+mn-ea"/>
              </a:rPr>
              <a:t>移动通信是指通信双方或至少有一方处于运动中进行信息交换方式。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2G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有两个技术标准，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GSM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和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CDMA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，其中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GSM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采用的多址技术是（）？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TDMA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（３）３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G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有三个技术标准，分别是欧洲的（），北美的（），和我国的（）；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WCDMA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CDMA2000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TD-SCDMA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4G LTE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有两个技术标准，分别是我国主导的（）和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FDD-LTE</a:t>
            </a:r>
            <a:endParaRPr lang="en-US" altLang="zh-CN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TD-LTE</a:t>
            </a:r>
            <a:endParaRPr lang="en-US" altLang="zh-CN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5G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，第五代移动通信，又称为（）；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IMT-2020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6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）移动通信的工作方式，常用的有（）、（）、（）和中继方式；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endParaRPr lang="en-US" altLang="zh-CN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  <p:tag name="KSO_WM_TAG_VERSION" val="1.0"/>
  <p:tag name="KSO_WM_BEAUTIFY_FLAG" val="#wm#"/>
  <p:tag name="KSO_WM_TEMPLATE_CATEGORY" val="custom"/>
  <p:tag name="KSO_WM_TEMPLATE_INDEX" val="20196581"/>
</p:tagLst>
</file>

<file path=ppt/tags/tag98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WPS 演示</Application>
  <PresentationFormat>宽屏</PresentationFormat>
  <Paragraphs>17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楷体</vt:lpstr>
      <vt:lpstr>Arial Unicode MS</vt:lpstr>
      <vt:lpstr>Calibri</vt:lpstr>
      <vt:lpstr>Office 主题​​</vt:lpstr>
      <vt:lpstr>第1章 概述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一片云</cp:lastModifiedBy>
  <cp:revision>175</cp:revision>
  <dcterms:created xsi:type="dcterms:W3CDTF">2019-06-19T02:08:00Z</dcterms:created>
  <dcterms:modified xsi:type="dcterms:W3CDTF">2025-05-09T02:02:56Z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AD9196A3B6624031ACB36F5C6183F6CC</vt:lpwstr>
  </property>
</Properties>
</file>