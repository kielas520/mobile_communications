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抗衰落技术</a:t>
            </a:r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/>
              <a:t>小结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）什么是分集技术？分集包括宏观分集和微观分集，其中宏观分集又称为（），常见的微观分集有（）、（）和（）。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）合并技术可以用一个数学表达式（）表示，其中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α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取值的不同对应有三种合并技术，分别是（）、（）和（）。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m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序列的全称是（）</a:t>
            </a:r>
            <a:endParaRPr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m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序列的平衡特性是指（），自相关函数具有（）特性</a:t>
            </a:r>
            <a:endParaRPr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）扩频的结果是基带信号的带宽扩展为原来的（）倍，功率谱密度下降为原来的（）；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）直接序列扩频的抗窄带干扰能力的描述为（），跳频的抗干扰能力的描述为（）？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）信道均衡的目的是为了克服信号的（），信道均衡常见的有线性均衡器和非线性均衡器，其中基本的线性均衡器是（）。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8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）横向滤波器的抽头系数的设定决定了其性能，抽头系数一般用（）算法求得；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（9）现有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一个三抽头（即二阶）均衡器，其抽头系数为｛hn}=（1/4,1,1/2），请画出这个横向滤波器结构。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10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扩频通信最突出的优点是它的（）和通信的隐蔽性；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请参考下图画出完整的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GOLD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序列发生器示意图，其中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m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序列发生器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抽头位置分别为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[2,3,4,5]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[3,5]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-2147482609" name="图片 -21474826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460" y="3693160"/>
            <a:ext cx="4481195" cy="26758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）写出如下图所示各点的数学表达式，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b(t),x(t),s(t),e(t),y(t)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buNone/>
            </a:pP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buNone/>
            </a:pP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buNone/>
            </a:pP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buNone/>
            </a:pP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13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MIMO技术的实质是为系统（提供空间分集增益）与（空间复用增益）。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graphicFrame>
        <p:nvGraphicFramePr>
          <p:cNvPr id="38914" name="Object 2"/>
          <p:cNvGraphicFramePr/>
          <p:nvPr/>
        </p:nvGraphicFramePr>
        <p:xfrm>
          <a:off x="1762077" y="1103803"/>
          <a:ext cx="8271106" cy="2233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" r:id="rId1" imgW="5486400" imgH="1270000" progId="">
                  <p:embed/>
                </p:oleObj>
              </mc:Choice>
              <mc:Fallback>
                <p:oleObj name="" r:id="rId1" imgW="5486400" imgH="1270000" progId="">
                  <p:embed/>
                  <p:pic>
                    <p:nvPicPr>
                      <p:cNvPr id="0" name="图片 34816" descr="image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2077" y="1103803"/>
                        <a:ext cx="8271106" cy="223378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WPS 演示</Application>
  <PresentationFormat>宽屏</PresentationFormat>
  <Paragraphs>29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楷体</vt:lpstr>
      <vt:lpstr>Arial Unicode MS</vt:lpstr>
      <vt:lpstr>Calibri</vt:lpstr>
      <vt:lpstr>Office 主题​​</vt:lpstr>
      <vt:lpstr>第4章 抗衰落技术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一片云</cp:lastModifiedBy>
  <cp:revision>188</cp:revision>
  <dcterms:created xsi:type="dcterms:W3CDTF">2019-06-19T02:08:00Z</dcterms:created>
  <dcterms:modified xsi:type="dcterms:W3CDTF">2025-05-14T02:37:49Z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517476F406604FF581B53DA83854607C</vt:lpwstr>
  </property>
</Properties>
</file>