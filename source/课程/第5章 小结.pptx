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00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蜂窝组网技术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）常见的多址接入方式有（）、（）、（）和空分多址；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）越区切换的定义是（）？引起切换的原因有两个，分别是（）和（）；切换的种类有硬切换和软切换，硬切换的特点是（），（）系统采用硬切换；软切换的特点是（），（）系统采用软切换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 eaLnBrk="1" latinLnBrk="0" hangingPunct="1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）国际移动用户识别码（IMSI）是可以识别用户身份的唯一信息，为防止泄露后被恶意定位或跟踪，当用户接入网络通过认证后，网络分配给用户一个（），以代替IMSI在网络协议交互中使用，且定期更新。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 eaLnBrk="1" latinLnBrk="0" hangingPunct="1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PP_MARK_KEY" val="67aebfcb-79f4-4552-a6ca-12d2dfcb6051"/>
  <p:tag name="COMMONDATA" val="eyJoZGlkIjoiYTFmYzFiNTQwOTAzOGY1ZThmMzQzOTYyMWZkNmQwM2QifQ==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WPS 演示</Application>
  <PresentationFormat>宽屏</PresentationFormat>
  <Paragraphs>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Office 主题​​</vt:lpstr>
      <vt:lpstr>第5章 蜂窝组网技术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193</cp:revision>
  <dcterms:created xsi:type="dcterms:W3CDTF">2019-06-19T02:08:00Z</dcterms:created>
  <dcterms:modified xsi:type="dcterms:W3CDTF">2025-05-14T02:28:29Z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4F7D6BEBCE274B0A9634BD63B7E646D5</vt:lpwstr>
  </property>
</Properties>
</file>